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75" r:id="rId5"/>
    <p:sldId id="273" r:id="rId6"/>
    <p:sldId id="276" r:id="rId7"/>
    <p:sldId id="259" r:id="rId8"/>
    <p:sldId id="262" r:id="rId9"/>
    <p:sldId id="263" r:id="rId10"/>
    <p:sldId id="264" r:id="rId11"/>
    <p:sldId id="258" r:id="rId12"/>
    <p:sldId id="265" r:id="rId13"/>
    <p:sldId id="271" r:id="rId14"/>
    <p:sldId id="269" r:id="rId15"/>
    <p:sldId id="270" r:id="rId16"/>
    <p:sldId id="266" r:id="rId17"/>
    <p:sldId id="268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AA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0E25D1-EA48-FC6D-1097-9A6944E60A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D0C864-26D8-A1BC-5A44-BF12D09F1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6675F7-E044-850D-FAA0-42D6588B6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C84E6-605C-461E-91DA-9AA9D8F74593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899047-63FD-92F6-F78D-3B9E95008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F1CC50-FAD5-2A45-283F-22BF5239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4723D-23AC-414E-91C0-D10670260D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9967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D576E-0662-E179-2F32-C3BA70D45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62D350-25FB-AFFB-75A2-D4539007A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CDD6D1-00E9-4C45-97EA-2F22BA50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C84E6-605C-461E-91DA-9AA9D8F74593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89AD82-DC62-EE1C-705C-CA30F32B0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D46FF6-6364-75FC-C3A2-796C92582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4723D-23AC-414E-91C0-D10670260D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2301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F61B20-F1B3-412E-2686-141D17F84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236148-392C-0354-554C-F07D6BA5E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D444A3-21C3-C403-4C72-881A37B81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C84E6-605C-461E-91DA-9AA9D8F74593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8D37A0-BE8C-4BDA-4302-3BE47DE4C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A1061E-F7C4-C66E-22C8-B84332C01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4723D-23AC-414E-91C0-D10670260D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2367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0AFBF-CA57-8189-7A34-B0C2780AE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9C36DC-0761-0219-EBE4-DBC544F66F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2EF81D-2907-6A42-7F2B-4BEBC82B8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5D7C22F-4BDB-0D77-4F6A-FEE398B27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C84E6-605C-461E-91DA-9AA9D8F74593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9E381E-A637-058D-53DA-9BB9C6020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21804F-6D2F-6A90-69B0-4C52D8214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4723D-23AC-414E-91C0-D10670260D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7861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777FEF-2497-736F-BC1B-44D322F5E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76837C-1DE9-E2D8-A474-FBF14A9E3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924C3D1-7E9A-6C05-8A48-B471567A3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8171B77-AD3B-852B-D785-6B0613240C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E23A20A-52D0-728E-6CA6-8C78E0725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41D9F2C-E138-6F89-F20F-CD255479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C84E6-605C-461E-91DA-9AA9D8F74593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5B37459-1A33-4DA1-7A92-1CBCA4176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C936ED6-6009-0C1B-175B-EFFBDBE0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4723D-23AC-414E-91C0-D10670260D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9144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E0096A-6354-3C9A-6303-8081DE7CF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7D2903E-54E6-93E9-3C88-4CBC87B99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C84E6-605C-461E-91DA-9AA9D8F74593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708A79F-184C-EF9B-77A2-D89037292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22C8393-8D67-014C-5287-B9E162347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4723D-23AC-414E-91C0-D10670260D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9903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B6CE753-01F3-04CC-5A09-E7D6C3C39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C84E6-605C-461E-91DA-9AA9D8F74593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15BD26-165B-61D1-06EB-51F23E96D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E8614E-977E-FCDF-AEE8-6026A16B1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4723D-23AC-414E-91C0-D10670260D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310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E2F4E3-2685-AC26-C8D3-3F0D574F9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B0EA52-DF53-410E-D2D9-A44ADC41B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BA2F0A-6342-DEC3-EA1C-A72864AA2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AF297A-9812-DE79-9FE2-B05AE6BBD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C84E6-605C-461E-91DA-9AA9D8F74593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74F278-4356-51B0-4627-EBFEEDDC4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3A5B1A-B2AD-FCBB-62FF-3B821FF6D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4723D-23AC-414E-91C0-D10670260D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3314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78EB74-5BE0-6E97-14CB-72E918938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E8CE01B-B881-FD23-1B2E-A3C2A6E066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7B7CB1-8083-65B2-65F6-68A033BBB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9724F41-D171-EE33-EA02-D94DBB05D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C84E6-605C-461E-91DA-9AA9D8F74593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B0FF35-E7A0-2B69-95DA-A7A475868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A2C175-7A23-ECBF-FFE1-7F7CB31BB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4723D-23AC-414E-91C0-D10670260D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82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37C5F-63D6-E333-DDE5-71B619B8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CA074E-E720-71FD-F4C8-7629973BD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25700B-C1F6-11DF-1F00-4449C95D2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C84E6-605C-461E-91DA-9AA9D8F74593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F33F06-C6D3-DED2-F8C6-4AD321AFE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2DDB26-740E-F62F-9D76-CEB6893A8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4723D-23AC-414E-91C0-D10670260D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0175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5AF876-F447-B011-FC5F-6B0488BAF5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D4A859-7712-F713-3263-3293C9940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283B9D-767F-18F9-E0E9-A80A8FB6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C84E6-605C-461E-91DA-9AA9D8F74593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9C1267-3157-263A-8B5A-6B59791A7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334B3F-36B6-2782-C11C-E6E290579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4723D-23AC-414E-91C0-D10670260D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7931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C951395-6451-1539-591F-3E675D9C6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2F09CC-E598-53CD-F7ED-874EA1A47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D12D1A-0795-17B5-FFD6-80EA73400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C84E6-605C-461E-91DA-9AA9D8F74593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AD209A-2AD1-A5D2-9DDD-BBF7CD006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E4DB00-0ECF-11B6-C418-1E9E988123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24723D-23AC-414E-91C0-D10670260D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4971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B65AE75-5027-9436-2F13-0FDF8787E4DE}"/>
              </a:ext>
            </a:extLst>
          </p:cNvPr>
          <p:cNvSpPr txBox="1"/>
          <p:nvPr/>
        </p:nvSpPr>
        <p:spPr>
          <a:xfrm>
            <a:off x="3093543" y="2613392"/>
            <a:ext cx="600491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0" dirty="0" err="1">
                <a:latin typeface="Copperplate Gothic Light" panose="020E0507020206020404" pitchFamily="34" charset="0"/>
              </a:rPr>
              <a:t>PyCaret</a:t>
            </a:r>
            <a:endParaRPr lang="pt-BR" sz="10000" dirty="0">
              <a:latin typeface="Copperplate Gothic Light" panose="020E0507020206020404" pitchFamily="34" charset="0"/>
            </a:endParaRPr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CAD99FA2-AABF-4134-C19C-C1487E1E25CC}"/>
              </a:ext>
            </a:extLst>
          </p:cNvPr>
          <p:cNvSpPr/>
          <p:nvPr/>
        </p:nvSpPr>
        <p:spPr>
          <a:xfrm>
            <a:off x="-920582" y="-648070"/>
            <a:ext cx="15435836" cy="8154139"/>
          </a:xfrm>
          <a:custGeom>
            <a:avLst/>
            <a:gdLst>
              <a:gd name="csX0" fmla="*/ 1967282 w 15435836"/>
              <a:gd name="csY0" fmla="*/ 2587497 h 8154139"/>
              <a:gd name="csX1" fmla="*/ 2070799 w 15435836"/>
              <a:gd name="csY1" fmla="*/ 2492606 h 8154139"/>
              <a:gd name="csX2" fmla="*/ 6711810 w 15435836"/>
              <a:gd name="csY2" fmla="*/ 836335 h 8154139"/>
              <a:gd name="csX3" fmla="*/ 10343531 w 15435836"/>
              <a:gd name="csY3" fmla="*/ 2432222 h 8154139"/>
              <a:gd name="csX4" fmla="*/ 10852489 w 15435836"/>
              <a:gd name="csY4" fmla="*/ 4623331 h 8154139"/>
              <a:gd name="csX5" fmla="*/ 11697878 w 15435836"/>
              <a:gd name="csY5" fmla="*/ 4537067 h 8154139"/>
              <a:gd name="csX6" fmla="*/ 12526014 w 15435836"/>
              <a:gd name="csY6" fmla="*/ 2725520 h 8154139"/>
              <a:gd name="csX7" fmla="*/ 13354149 w 15435836"/>
              <a:gd name="csY7" fmla="*/ 5071905 h 8154139"/>
              <a:gd name="csX8" fmla="*/ 11646119 w 15435836"/>
              <a:gd name="csY8" fmla="*/ 5762018 h 8154139"/>
              <a:gd name="csX9" fmla="*/ 9782814 w 15435836"/>
              <a:gd name="csY9" fmla="*/ 5900040 h 8154139"/>
              <a:gd name="csX10" fmla="*/ 10455674 w 15435836"/>
              <a:gd name="csY10" fmla="*/ 6823067 h 8154139"/>
              <a:gd name="csX11" fmla="*/ 12232716 w 15435836"/>
              <a:gd name="csY11" fmla="*/ 6322735 h 8154139"/>
              <a:gd name="csX12" fmla="*/ 12715795 w 15435836"/>
              <a:gd name="csY12" fmla="*/ 6572901 h 8154139"/>
              <a:gd name="csX13" fmla="*/ 10533312 w 15435836"/>
              <a:gd name="csY13" fmla="*/ 7539059 h 8154139"/>
              <a:gd name="csX14" fmla="*/ 7764232 w 15435836"/>
              <a:gd name="csY14" fmla="*/ 6503889 h 8154139"/>
              <a:gd name="csX15" fmla="*/ 6332248 w 15435836"/>
              <a:gd name="csY15" fmla="*/ 5511852 h 8154139"/>
              <a:gd name="csX16" fmla="*/ 3925478 w 15435836"/>
              <a:gd name="csY16" fmla="*/ 6659165 h 8154139"/>
              <a:gd name="csX17" fmla="*/ 1561840 w 15435836"/>
              <a:gd name="csY17" fmla="*/ 4752727 h 8154139"/>
              <a:gd name="csX18" fmla="*/ 2372723 w 15435836"/>
              <a:gd name="csY18" fmla="*/ 3217225 h 8154139"/>
              <a:gd name="csX19" fmla="*/ 1760248 w 15435836"/>
              <a:gd name="csY19" fmla="*/ 3001565 h 8154139"/>
              <a:gd name="csX20" fmla="*/ 776836 w 15435836"/>
              <a:gd name="csY20" fmla="*/ 6270976 h 8154139"/>
              <a:gd name="csX21" fmla="*/ 1190904 w 15435836"/>
              <a:gd name="csY21" fmla="*/ 7608071 h 8154139"/>
              <a:gd name="csX22" fmla="*/ 13923493 w 15435836"/>
              <a:gd name="csY22" fmla="*/ 7573565 h 8154139"/>
              <a:gd name="csX23" fmla="*/ 13750965 w 15435836"/>
              <a:gd name="csY23" fmla="*/ 612048 h 8154139"/>
              <a:gd name="csX24" fmla="*/ 932112 w 15435836"/>
              <a:gd name="csY24" fmla="*/ 620674 h 8154139"/>
              <a:gd name="csX25" fmla="*/ 1044255 w 15435836"/>
              <a:gd name="csY25" fmla="*/ 2992938 h 8154139"/>
              <a:gd name="csX26" fmla="*/ 1466949 w 15435836"/>
              <a:gd name="csY26" fmla="*/ 3277610 h 8154139"/>
              <a:gd name="csX27" fmla="*/ 1967282 w 15435836"/>
              <a:gd name="csY27" fmla="*/ 2587497 h 81541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5435836" h="8154139">
                <a:moveTo>
                  <a:pt x="1967282" y="2587497"/>
                </a:moveTo>
                <a:cubicBezTo>
                  <a:pt x="2067924" y="2456663"/>
                  <a:pt x="1280044" y="2784466"/>
                  <a:pt x="2070799" y="2492606"/>
                </a:cubicBezTo>
                <a:cubicBezTo>
                  <a:pt x="2861554" y="2200746"/>
                  <a:pt x="5333021" y="846399"/>
                  <a:pt x="6711810" y="836335"/>
                </a:cubicBezTo>
                <a:cubicBezTo>
                  <a:pt x="8090599" y="826271"/>
                  <a:pt x="9653418" y="1801056"/>
                  <a:pt x="10343531" y="2432222"/>
                </a:cubicBezTo>
                <a:cubicBezTo>
                  <a:pt x="11033644" y="3063388"/>
                  <a:pt x="10626765" y="4272524"/>
                  <a:pt x="10852489" y="4623331"/>
                </a:cubicBezTo>
                <a:cubicBezTo>
                  <a:pt x="11078213" y="4974138"/>
                  <a:pt x="11418957" y="4853369"/>
                  <a:pt x="11697878" y="4537067"/>
                </a:cubicBezTo>
                <a:cubicBezTo>
                  <a:pt x="11976799" y="4220765"/>
                  <a:pt x="12249969" y="2636380"/>
                  <a:pt x="12526014" y="2725520"/>
                </a:cubicBezTo>
                <a:cubicBezTo>
                  <a:pt x="12802059" y="2814660"/>
                  <a:pt x="13500798" y="4565822"/>
                  <a:pt x="13354149" y="5071905"/>
                </a:cubicBezTo>
                <a:cubicBezTo>
                  <a:pt x="13207500" y="5577988"/>
                  <a:pt x="12241342" y="5623996"/>
                  <a:pt x="11646119" y="5762018"/>
                </a:cubicBezTo>
                <a:cubicBezTo>
                  <a:pt x="11050897" y="5900041"/>
                  <a:pt x="9981221" y="5723199"/>
                  <a:pt x="9782814" y="5900040"/>
                </a:cubicBezTo>
                <a:cubicBezTo>
                  <a:pt x="9584407" y="6076881"/>
                  <a:pt x="10047357" y="6752618"/>
                  <a:pt x="10455674" y="6823067"/>
                </a:cubicBezTo>
                <a:cubicBezTo>
                  <a:pt x="10863991" y="6893516"/>
                  <a:pt x="11856029" y="6364429"/>
                  <a:pt x="12232716" y="6322735"/>
                </a:cubicBezTo>
                <a:cubicBezTo>
                  <a:pt x="12609403" y="6281041"/>
                  <a:pt x="12999029" y="6370180"/>
                  <a:pt x="12715795" y="6572901"/>
                </a:cubicBezTo>
                <a:cubicBezTo>
                  <a:pt x="12432561" y="6775622"/>
                  <a:pt x="11358572" y="7550561"/>
                  <a:pt x="10533312" y="7539059"/>
                </a:cubicBezTo>
                <a:cubicBezTo>
                  <a:pt x="9708052" y="7527557"/>
                  <a:pt x="8464409" y="6841757"/>
                  <a:pt x="7764232" y="6503889"/>
                </a:cubicBezTo>
                <a:cubicBezTo>
                  <a:pt x="7064055" y="6166021"/>
                  <a:pt x="6972040" y="5485973"/>
                  <a:pt x="6332248" y="5511852"/>
                </a:cubicBezTo>
                <a:cubicBezTo>
                  <a:pt x="5692456" y="5537731"/>
                  <a:pt x="4720546" y="6785686"/>
                  <a:pt x="3925478" y="6659165"/>
                </a:cubicBezTo>
                <a:cubicBezTo>
                  <a:pt x="3130410" y="6532644"/>
                  <a:pt x="1820632" y="5326384"/>
                  <a:pt x="1561840" y="4752727"/>
                </a:cubicBezTo>
                <a:cubicBezTo>
                  <a:pt x="1303047" y="4179070"/>
                  <a:pt x="2339655" y="3509085"/>
                  <a:pt x="2372723" y="3217225"/>
                </a:cubicBezTo>
                <a:cubicBezTo>
                  <a:pt x="2405791" y="2925365"/>
                  <a:pt x="2026229" y="2492606"/>
                  <a:pt x="1760248" y="3001565"/>
                </a:cubicBezTo>
                <a:cubicBezTo>
                  <a:pt x="1494267" y="3510524"/>
                  <a:pt x="871727" y="5503225"/>
                  <a:pt x="776836" y="6270976"/>
                </a:cubicBezTo>
                <a:cubicBezTo>
                  <a:pt x="681945" y="7038727"/>
                  <a:pt x="-1000205" y="7390973"/>
                  <a:pt x="1190904" y="7608071"/>
                </a:cubicBezTo>
                <a:cubicBezTo>
                  <a:pt x="3382013" y="7825169"/>
                  <a:pt x="11830150" y="8739569"/>
                  <a:pt x="13923493" y="7573565"/>
                </a:cubicBezTo>
                <a:cubicBezTo>
                  <a:pt x="16016836" y="6407561"/>
                  <a:pt x="15916195" y="1770863"/>
                  <a:pt x="13750965" y="612048"/>
                </a:cubicBezTo>
                <a:cubicBezTo>
                  <a:pt x="11585735" y="-546767"/>
                  <a:pt x="3049897" y="223859"/>
                  <a:pt x="932112" y="620674"/>
                </a:cubicBezTo>
                <a:cubicBezTo>
                  <a:pt x="-1185673" y="1017489"/>
                  <a:pt x="955116" y="2550115"/>
                  <a:pt x="1044255" y="2992938"/>
                </a:cubicBezTo>
                <a:cubicBezTo>
                  <a:pt x="1133394" y="3435761"/>
                  <a:pt x="1317424" y="3342308"/>
                  <a:pt x="1466949" y="3277610"/>
                </a:cubicBezTo>
                <a:cubicBezTo>
                  <a:pt x="1616473" y="3212912"/>
                  <a:pt x="1866640" y="2718331"/>
                  <a:pt x="1967282" y="2587497"/>
                </a:cubicBezTo>
                <a:close/>
              </a:path>
            </a:pathLst>
          </a:custGeom>
          <a:solidFill>
            <a:srgbClr val="27AAE1"/>
          </a:solidFill>
          <a:ln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444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1E42C-9333-056D-4D25-C4C359771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41297C8-F053-8631-5A56-B47857C505D9}"/>
              </a:ext>
            </a:extLst>
          </p:cNvPr>
          <p:cNvSpPr txBox="1"/>
          <p:nvPr/>
        </p:nvSpPr>
        <p:spPr>
          <a:xfrm>
            <a:off x="4582925" y="276046"/>
            <a:ext cx="302614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dirty="0">
                <a:latin typeface="Copperplate Gothic Light" panose="020E0507020206020404" pitchFamily="34" charset="0"/>
              </a:rPr>
              <a:t>Sumário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7F1763-64EF-6553-C97E-8148A3C60A5C}"/>
              </a:ext>
            </a:extLst>
          </p:cNvPr>
          <p:cNvSpPr txBox="1"/>
          <p:nvPr/>
        </p:nvSpPr>
        <p:spPr>
          <a:xfrm>
            <a:off x="1168589" y="2036311"/>
            <a:ext cx="3159006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pt-BR" sz="4000" dirty="0">
                <a:latin typeface="Copperplate Gothic Light" panose="020E0507020206020404" pitchFamily="34" charset="0"/>
              </a:rPr>
              <a:t>Colab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pt-BR" sz="4000" dirty="0">
                <a:latin typeface="Copperplate Gothic Light" panose="020E0507020206020404" pitchFamily="34" charset="0"/>
              </a:rPr>
              <a:t>Métricas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pt-BR" sz="4000" dirty="0">
                <a:latin typeface="Copperplate Gothic Light" panose="020E0507020206020404" pitchFamily="34" charset="0"/>
              </a:rPr>
              <a:t>Docker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pt-BR" sz="4000" dirty="0">
                <a:latin typeface="Copperplate Gothic Light" panose="020E0507020206020404" pitchFamily="34" charset="0"/>
              </a:rPr>
              <a:t>IDE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pt-BR" sz="4000" dirty="0">
                <a:latin typeface="Copperplate Gothic Light" panose="020E0507020206020404" pitchFamily="34" charset="0"/>
              </a:rPr>
              <a:t>Web</a:t>
            </a:r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BDDDF251-228A-A3FA-BADE-2549B47FC3D8}"/>
              </a:ext>
            </a:extLst>
          </p:cNvPr>
          <p:cNvSpPr/>
          <p:nvPr/>
        </p:nvSpPr>
        <p:spPr>
          <a:xfrm>
            <a:off x="-1003343" y="3179933"/>
            <a:ext cx="14426047" cy="4058070"/>
          </a:xfrm>
          <a:custGeom>
            <a:avLst/>
            <a:gdLst>
              <a:gd name="csX0" fmla="*/ 905689 w 14426047"/>
              <a:gd name="csY0" fmla="*/ 3460564 h 4058070"/>
              <a:gd name="csX1" fmla="*/ 985588 w 14426047"/>
              <a:gd name="csY1" fmla="*/ 3442809 h 4058070"/>
              <a:gd name="csX2" fmla="*/ 2610201 w 14426047"/>
              <a:gd name="csY2" fmla="*/ 3211989 h 4058070"/>
              <a:gd name="csX3" fmla="*/ 2334993 w 14426047"/>
              <a:gd name="csY3" fmla="*/ 3522708 h 4058070"/>
              <a:gd name="csX4" fmla="*/ 3426947 w 14426047"/>
              <a:gd name="csY4" fmla="*/ 3478319 h 4058070"/>
              <a:gd name="csX5" fmla="*/ 5193603 w 14426047"/>
              <a:gd name="csY5" fmla="*/ 3043314 h 4058070"/>
              <a:gd name="csX6" fmla="*/ 5104826 w 14426047"/>
              <a:gd name="csY6" fmla="*/ 3398420 h 4058070"/>
              <a:gd name="csX7" fmla="*/ 6294434 w 14426047"/>
              <a:gd name="csY7" fmla="*/ 3442809 h 4058070"/>
              <a:gd name="csX8" fmla="*/ 6507498 w 14426047"/>
              <a:gd name="csY8" fmla="*/ 2865760 h 4058070"/>
              <a:gd name="csX9" fmla="*/ 5903817 w 14426047"/>
              <a:gd name="csY9" fmla="*/ 2936782 h 4058070"/>
              <a:gd name="csX10" fmla="*/ 6543009 w 14426047"/>
              <a:gd name="csY10" fmla="*/ 2608308 h 4058070"/>
              <a:gd name="csX11" fmla="*/ 7270978 w 14426047"/>
              <a:gd name="csY11" fmla="*/ 3229745 h 4058070"/>
              <a:gd name="csX12" fmla="*/ 8380687 w 14426047"/>
              <a:gd name="csY12" fmla="*/ 3354032 h 4058070"/>
              <a:gd name="csX13" fmla="*/ 9996423 w 14426047"/>
              <a:gd name="csY13" fmla="*/ 2954537 h 4058070"/>
              <a:gd name="csX14" fmla="*/ 9978667 w 14426047"/>
              <a:gd name="csY14" fmla="*/ 3504952 h 4058070"/>
              <a:gd name="csX15" fmla="*/ 11150520 w 14426047"/>
              <a:gd name="csY15" fmla="*/ 3238622 h 4058070"/>
              <a:gd name="csX16" fmla="*/ 11834100 w 14426047"/>
              <a:gd name="csY16" fmla="*/ 2750350 h 4058070"/>
              <a:gd name="csX17" fmla="*/ 12366760 w 14426047"/>
              <a:gd name="csY17" fmla="*/ 3380665 h 4058070"/>
              <a:gd name="csX18" fmla="*/ 12313494 w 14426047"/>
              <a:gd name="csY18" fmla="*/ 2155547 h 4058070"/>
              <a:gd name="csX19" fmla="*/ 11718691 w 14426047"/>
              <a:gd name="csY19" fmla="*/ 1756051 h 4058070"/>
              <a:gd name="csX20" fmla="*/ 12872788 w 14426047"/>
              <a:gd name="csY20" fmla="*/ 1285535 h 4058070"/>
              <a:gd name="csX21" fmla="*/ 12650846 w 14426047"/>
              <a:gd name="csY21" fmla="*/ 566444 h 4058070"/>
              <a:gd name="csX22" fmla="*/ 13440959 w 14426047"/>
              <a:gd name="csY22" fmla="*/ 193582 h 4058070"/>
              <a:gd name="csX23" fmla="*/ 13476469 w 14426047"/>
              <a:gd name="csY23" fmla="*/ 3780160 h 4058070"/>
              <a:gd name="csX24" fmla="*/ 914566 w 14426047"/>
              <a:gd name="csY24" fmla="*/ 3780160 h 4058070"/>
              <a:gd name="csX25" fmla="*/ 958955 w 14426047"/>
              <a:gd name="csY25" fmla="*/ 3460564 h 4058070"/>
              <a:gd name="csX26" fmla="*/ 905689 w 14426047"/>
              <a:gd name="csY26" fmla="*/ 3460564 h 4058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14426047" h="4058070">
                <a:moveTo>
                  <a:pt x="905689" y="3460564"/>
                </a:moveTo>
                <a:cubicBezTo>
                  <a:pt x="910128" y="3457605"/>
                  <a:pt x="985588" y="3442809"/>
                  <a:pt x="985588" y="3442809"/>
                </a:cubicBezTo>
                <a:cubicBezTo>
                  <a:pt x="1269673" y="3401380"/>
                  <a:pt x="2385300" y="3198673"/>
                  <a:pt x="2610201" y="3211989"/>
                </a:cubicBezTo>
                <a:cubicBezTo>
                  <a:pt x="2835102" y="3225305"/>
                  <a:pt x="2198869" y="3478320"/>
                  <a:pt x="2334993" y="3522708"/>
                </a:cubicBezTo>
                <a:cubicBezTo>
                  <a:pt x="2471117" y="3567096"/>
                  <a:pt x="2950512" y="3558218"/>
                  <a:pt x="3426947" y="3478319"/>
                </a:cubicBezTo>
                <a:cubicBezTo>
                  <a:pt x="3903382" y="3398420"/>
                  <a:pt x="4913957" y="3056630"/>
                  <a:pt x="5193603" y="3043314"/>
                </a:cubicBezTo>
                <a:cubicBezTo>
                  <a:pt x="5473250" y="3029997"/>
                  <a:pt x="4921354" y="3331838"/>
                  <a:pt x="5104826" y="3398420"/>
                </a:cubicBezTo>
                <a:cubicBezTo>
                  <a:pt x="5288298" y="3465002"/>
                  <a:pt x="6060655" y="3531586"/>
                  <a:pt x="6294434" y="3442809"/>
                </a:cubicBezTo>
                <a:cubicBezTo>
                  <a:pt x="6528213" y="3354032"/>
                  <a:pt x="6572601" y="2950098"/>
                  <a:pt x="6507498" y="2865760"/>
                </a:cubicBezTo>
                <a:cubicBezTo>
                  <a:pt x="6442395" y="2781422"/>
                  <a:pt x="5897899" y="2979691"/>
                  <a:pt x="5903817" y="2936782"/>
                </a:cubicBezTo>
                <a:cubicBezTo>
                  <a:pt x="5909735" y="2893873"/>
                  <a:pt x="6315149" y="2559481"/>
                  <a:pt x="6543009" y="2608308"/>
                </a:cubicBezTo>
                <a:cubicBezTo>
                  <a:pt x="6770869" y="2657135"/>
                  <a:pt x="6964698" y="3105458"/>
                  <a:pt x="7270978" y="3229745"/>
                </a:cubicBezTo>
                <a:cubicBezTo>
                  <a:pt x="7577258" y="3354032"/>
                  <a:pt x="7926446" y="3399900"/>
                  <a:pt x="8380687" y="3354032"/>
                </a:cubicBezTo>
                <a:cubicBezTo>
                  <a:pt x="8834928" y="3308164"/>
                  <a:pt x="9730093" y="2929384"/>
                  <a:pt x="9996423" y="2954537"/>
                </a:cubicBezTo>
                <a:cubicBezTo>
                  <a:pt x="10262753" y="2979690"/>
                  <a:pt x="9786318" y="3457604"/>
                  <a:pt x="9978667" y="3504952"/>
                </a:cubicBezTo>
                <a:cubicBezTo>
                  <a:pt x="10171017" y="3552300"/>
                  <a:pt x="10841281" y="3364389"/>
                  <a:pt x="11150520" y="3238622"/>
                </a:cubicBezTo>
                <a:cubicBezTo>
                  <a:pt x="11459759" y="3112855"/>
                  <a:pt x="11631393" y="2726676"/>
                  <a:pt x="11834100" y="2750350"/>
                </a:cubicBezTo>
                <a:cubicBezTo>
                  <a:pt x="12036807" y="2774024"/>
                  <a:pt x="12286861" y="3479799"/>
                  <a:pt x="12366760" y="3380665"/>
                </a:cubicBezTo>
                <a:cubicBezTo>
                  <a:pt x="12446659" y="3281531"/>
                  <a:pt x="12421505" y="2426316"/>
                  <a:pt x="12313494" y="2155547"/>
                </a:cubicBezTo>
                <a:cubicBezTo>
                  <a:pt x="12205483" y="1884778"/>
                  <a:pt x="11625475" y="1901053"/>
                  <a:pt x="11718691" y="1756051"/>
                </a:cubicBezTo>
                <a:cubicBezTo>
                  <a:pt x="11811907" y="1611049"/>
                  <a:pt x="12717429" y="1483803"/>
                  <a:pt x="12872788" y="1285535"/>
                </a:cubicBezTo>
                <a:cubicBezTo>
                  <a:pt x="13028147" y="1087267"/>
                  <a:pt x="12556151" y="748436"/>
                  <a:pt x="12650846" y="566444"/>
                </a:cubicBezTo>
                <a:cubicBezTo>
                  <a:pt x="12745541" y="384452"/>
                  <a:pt x="13303355" y="-342037"/>
                  <a:pt x="13440959" y="193582"/>
                </a:cubicBezTo>
                <a:cubicBezTo>
                  <a:pt x="13578563" y="729201"/>
                  <a:pt x="15564201" y="3182397"/>
                  <a:pt x="13476469" y="3780160"/>
                </a:cubicBezTo>
                <a:cubicBezTo>
                  <a:pt x="11388737" y="4377923"/>
                  <a:pt x="3000818" y="3833426"/>
                  <a:pt x="914566" y="3780160"/>
                </a:cubicBezTo>
                <a:cubicBezTo>
                  <a:pt x="-1171686" y="3726894"/>
                  <a:pt x="964873" y="3518269"/>
                  <a:pt x="958955" y="3460564"/>
                </a:cubicBezTo>
                <a:cubicBezTo>
                  <a:pt x="953037" y="3402859"/>
                  <a:pt x="901250" y="3463523"/>
                  <a:pt x="905689" y="3460564"/>
                </a:cubicBezTo>
                <a:close/>
              </a:path>
            </a:pathLst>
          </a:custGeom>
          <a:solidFill>
            <a:srgbClr val="27AAE1"/>
          </a:solidFill>
          <a:ln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1287372"/>
      </p:ext>
    </p:extLst>
  </p:cSld>
  <p:clrMapOvr>
    <a:masterClrMapping/>
  </p:clrMapOvr>
  <p:transition spd="slow">
    <p:push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DE2D3-8E05-2C94-F48B-C6A3AB17F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03DBD05-600E-61BE-F3C4-0885244CCAFC}"/>
              </a:ext>
            </a:extLst>
          </p:cNvPr>
          <p:cNvSpPr txBox="1"/>
          <p:nvPr/>
        </p:nvSpPr>
        <p:spPr>
          <a:xfrm>
            <a:off x="4433846" y="0"/>
            <a:ext cx="332430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dirty="0">
                <a:latin typeface="Copperplate Gothic Light" panose="020E0507020206020404" pitchFamily="34" charset="0"/>
              </a:rPr>
              <a:t>Métricas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11B9FE8-8915-6A62-CE97-0BC114F8A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004"/>
          <a:stretch>
            <a:fillRect/>
          </a:stretch>
        </p:blipFill>
        <p:spPr>
          <a:xfrm>
            <a:off x="3937958" y="861774"/>
            <a:ext cx="4316083" cy="5922041"/>
          </a:xfrm>
          <a:prstGeom prst="rect">
            <a:avLst/>
          </a:prstGeom>
          <a:ln>
            <a:solidFill>
              <a:srgbClr val="27AAE1"/>
            </a:solidFill>
          </a:ln>
        </p:spPr>
      </p:pic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BE567FB8-251E-2EA2-D222-43566D4ED56D}"/>
              </a:ext>
            </a:extLst>
          </p:cNvPr>
          <p:cNvSpPr/>
          <p:nvPr/>
        </p:nvSpPr>
        <p:spPr>
          <a:xfrm>
            <a:off x="-964335" y="-236936"/>
            <a:ext cx="14202331" cy="1212150"/>
          </a:xfrm>
          <a:custGeom>
            <a:avLst/>
            <a:gdLst>
              <a:gd name="csX0" fmla="*/ 1002435 w 14202331"/>
              <a:gd name="csY0" fmla="*/ 684611 h 1212150"/>
              <a:gd name="csX1" fmla="*/ 1097685 w 14202331"/>
              <a:gd name="csY1" fmla="*/ 636986 h 1212150"/>
              <a:gd name="csX2" fmla="*/ 1669185 w 14202331"/>
              <a:gd name="csY2" fmla="*/ 484586 h 1212150"/>
              <a:gd name="csX3" fmla="*/ 2097810 w 14202331"/>
              <a:gd name="csY3" fmla="*/ 1189436 h 1212150"/>
              <a:gd name="csX4" fmla="*/ 4098060 w 14202331"/>
              <a:gd name="csY4" fmla="*/ 989411 h 1212150"/>
              <a:gd name="csX5" fmla="*/ 4564785 w 14202331"/>
              <a:gd name="csY5" fmla="*/ 494111 h 1212150"/>
              <a:gd name="csX6" fmla="*/ 5107710 w 14202331"/>
              <a:gd name="csY6" fmla="*/ 503636 h 1212150"/>
              <a:gd name="csX7" fmla="*/ 5726835 w 14202331"/>
              <a:gd name="csY7" fmla="*/ 360761 h 1212150"/>
              <a:gd name="csX8" fmla="*/ 7012710 w 14202331"/>
              <a:gd name="csY8" fmla="*/ 313136 h 1212150"/>
              <a:gd name="csX9" fmla="*/ 8089035 w 14202331"/>
              <a:gd name="csY9" fmla="*/ 446486 h 1212150"/>
              <a:gd name="csX10" fmla="*/ 8889135 w 14202331"/>
              <a:gd name="csY10" fmla="*/ 370286 h 1212150"/>
              <a:gd name="csX11" fmla="*/ 8927235 w 14202331"/>
              <a:gd name="csY11" fmla="*/ 913211 h 1212150"/>
              <a:gd name="csX12" fmla="*/ 9708285 w 14202331"/>
              <a:gd name="csY12" fmla="*/ 837011 h 1212150"/>
              <a:gd name="csX13" fmla="*/ 10975110 w 14202331"/>
              <a:gd name="csY13" fmla="*/ 503636 h 1212150"/>
              <a:gd name="csX14" fmla="*/ 10346460 w 14202331"/>
              <a:gd name="csY14" fmla="*/ 275036 h 1212150"/>
              <a:gd name="csX15" fmla="*/ 11260860 w 14202331"/>
              <a:gd name="csY15" fmla="*/ 446486 h 1212150"/>
              <a:gd name="csX16" fmla="*/ 12356235 w 14202331"/>
              <a:gd name="csY16" fmla="*/ 856061 h 1212150"/>
              <a:gd name="csX17" fmla="*/ 12670560 w 14202331"/>
              <a:gd name="csY17" fmla="*/ 608411 h 1212150"/>
              <a:gd name="csX18" fmla="*/ 12851535 w 14202331"/>
              <a:gd name="csY18" fmla="*/ 360761 h 1212150"/>
              <a:gd name="csX19" fmla="*/ 13223010 w 14202331"/>
              <a:gd name="csY19" fmla="*/ 456011 h 1212150"/>
              <a:gd name="csX20" fmla="*/ 13289685 w 14202331"/>
              <a:gd name="csY20" fmla="*/ 122636 h 1212150"/>
              <a:gd name="csX21" fmla="*/ 888135 w 14202331"/>
              <a:gd name="csY21" fmla="*/ 36911 h 1212150"/>
              <a:gd name="csX22" fmla="*/ 1002435 w 14202331"/>
              <a:gd name="csY22" fmla="*/ 684611 h 1212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4202331" h="1212150">
                <a:moveTo>
                  <a:pt x="1002435" y="684611"/>
                </a:moveTo>
                <a:cubicBezTo>
                  <a:pt x="1037360" y="784623"/>
                  <a:pt x="986560" y="670323"/>
                  <a:pt x="1097685" y="636986"/>
                </a:cubicBezTo>
                <a:cubicBezTo>
                  <a:pt x="1208810" y="603648"/>
                  <a:pt x="1502498" y="392511"/>
                  <a:pt x="1669185" y="484586"/>
                </a:cubicBezTo>
                <a:cubicBezTo>
                  <a:pt x="1835872" y="576661"/>
                  <a:pt x="1692998" y="1105299"/>
                  <a:pt x="2097810" y="1189436"/>
                </a:cubicBezTo>
                <a:cubicBezTo>
                  <a:pt x="2502622" y="1273573"/>
                  <a:pt x="3686898" y="1105298"/>
                  <a:pt x="4098060" y="989411"/>
                </a:cubicBezTo>
                <a:cubicBezTo>
                  <a:pt x="4509222" y="873524"/>
                  <a:pt x="4396510" y="575073"/>
                  <a:pt x="4564785" y="494111"/>
                </a:cubicBezTo>
                <a:cubicBezTo>
                  <a:pt x="4733060" y="413149"/>
                  <a:pt x="4914035" y="525861"/>
                  <a:pt x="5107710" y="503636"/>
                </a:cubicBezTo>
                <a:cubicBezTo>
                  <a:pt x="5301385" y="481411"/>
                  <a:pt x="5409335" y="392511"/>
                  <a:pt x="5726835" y="360761"/>
                </a:cubicBezTo>
                <a:cubicBezTo>
                  <a:pt x="6044335" y="329011"/>
                  <a:pt x="6619010" y="298849"/>
                  <a:pt x="7012710" y="313136"/>
                </a:cubicBezTo>
                <a:cubicBezTo>
                  <a:pt x="7406410" y="327423"/>
                  <a:pt x="7776298" y="436961"/>
                  <a:pt x="8089035" y="446486"/>
                </a:cubicBezTo>
                <a:cubicBezTo>
                  <a:pt x="8401772" y="456011"/>
                  <a:pt x="8749435" y="292498"/>
                  <a:pt x="8889135" y="370286"/>
                </a:cubicBezTo>
                <a:cubicBezTo>
                  <a:pt x="9028835" y="448074"/>
                  <a:pt x="8790710" y="835424"/>
                  <a:pt x="8927235" y="913211"/>
                </a:cubicBezTo>
                <a:cubicBezTo>
                  <a:pt x="9063760" y="990999"/>
                  <a:pt x="9366973" y="905273"/>
                  <a:pt x="9708285" y="837011"/>
                </a:cubicBezTo>
                <a:cubicBezTo>
                  <a:pt x="10049597" y="768749"/>
                  <a:pt x="10868747" y="597299"/>
                  <a:pt x="10975110" y="503636"/>
                </a:cubicBezTo>
                <a:cubicBezTo>
                  <a:pt x="11081473" y="409973"/>
                  <a:pt x="10298835" y="284561"/>
                  <a:pt x="10346460" y="275036"/>
                </a:cubicBezTo>
                <a:cubicBezTo>
                  <a:pt x="10394085" y="265511"/>
                  <a:pt x="10925898" y="349649"/>
                  <a:pt x="11260860" y="446486"/>
                </a:cubicBezTo>
                <a:cubicBezTo>
                  <a:pt x="11595822" y="543323"/>
                  <a:pt x="12121285" y="829073"/>
                  <a:pt x="12356235" y="856061"/>
                </a:cubicBezTo>
                <a:cubicBezTo>
                  <a:pt x="12591185" y="883049"/>
                  <a:pt x="12588010" y="690961"/>
                  <a:pt x="12670560" y="608411"/>
                </a:cubicBezTo>
                <a:cubicBezTo>
                  <a:pt x="12753110" y="525861"/>
                  <a:pt x="12759460" y="386161"/>
                  <a:pt x="12851535" y="360761"/>
                </a:cubicBezTo>
                <a:cubicBezTo>
                  <a:pt x="12943610" y="335361"/>
                  <a:pt x="13149985" y="495698"/>
                  <a:pt x="13223010" y="456011"/>
                </a:cubicBezTo>
                <a:cubicBezTo>
                  <a:pt x="13296035" y="416323"/>
                  <a:pt x="15345498" y="192486"/>
                  <a:pt x="13289685" y="122636"/>
                </a:cubicBezTo>
                <a:cubicBezTo>
                  <a:pt x="11233873" y="52786"/>
                  <a:pt x="2934422" y="-58339"/>
                  <a:pt x="888135" y="36911"/>
                </a:cubicBezTo>
                <a:cubicBezTo>
                  <a:pt x="-1158152" y="132161"/>
                  <a:pt x="967510" y="584599"/>
                  <a:pt x="1002435" y="684611"/>
                </a:cubicBezTo>
                <a:close/>
              </a:path>
            </a:pathLst>
          </a:custGeom>
          <a:solidFill>
            <a:srgbClr val="27AAE1"/>
          </a:solidFill>
          <a:ln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A294ABF1-17A9-AF54-E8F5-F90DA7953742}"/>
              </a:ext>
            </a:extLst>
          </p:cNvPr>
          <p:cNvSpPr/>
          <p:nvPr/>
        </p:nvSpPr>
        <p:spPr>
          <a:xfrm>
            <a:off x="11172317" y="106748"/>
            <a:ext cx="1764067" cy="7128667"/>
          </a:xfrm>
          <a:custGeom>
            <a:avLst/>
            <a:gdLst>
              <a:gd name="csX0" fmla="*/ 924433 w 1764067"/>
              <a:gd name="csY0" fmla="*/ 36127 h 7128667"/>
              <a:gd name="csX1" fmla="*/ 867283 w 1764067"/>
              <a:gd name="csY1" fmla="*/ 112327 h 7128667"/>
              <a:gd name="csX2" fmla="*/ 514858 w 1764067"/>
              <a:gd name="csY2" fmla="*/ 750502 h 7128667"/>
              <a:gd name="csX3" fmla="*/ 581533 w 1764067"/>
              <a:gd name="csY3" fmla="*/ 1264852 h 7128667"/>
              <a:gd name="csX4" fmla="*/ 267208 w 1764067"/>
              <a:gd name="csY4" fmla="*/ 2607877 h 7128667"/>
              <a:gd name="csX5" fmla="*/ 638683 w 1764067"/>
              <a:gd name="csY5" fmla="*/ 3617527 h 7128667"/>
              <a:gd name="csX6" fmla="*/ 508 w 1764067"/>
              <a:gd name="csY6" fmla="*/ 4531927 h 7128667"/>
              <a:gd name="csX7" fmla="*/ 762508 w 1764067"/>
              <a:gd name="csY7" fmla="*/ 5189152 h 7128667"/>
              <a:gd name="csX8" fmla="*/ 219583 w 1764067"/>
              <a:gd name="csY8" fmla="*/ 5932102 h 7128667"/>
              <a:gd name="csX9" fmla="*/ 933958 w 1764067"/>
              <a:gd name="csY9" fmla="*/ 6341677 h 7128667"/>
              <a:gd name="csX10" fmla="*/ 533908 w 1764067"/>
              <a:gd name="csY10" fmla="*/ 6798877 h 7128667"/>
              <a:gd name="csX11" fmla="*/ 1400683 w 1764067"/>
              <a:gd name="csY11" fmla="*/ 6932227 h 7128667"/>
              <a:gd name="csX12" fmla="*/ 1762633 w 1764067"/>
              <a:gd name="csY12" fmla="*/ 3989002 h 7128667"/>
              <a:gd name="csX13" fmla="*/ 1524508 w 1764067"/>
              <a:gd name="csY13" fmla="*/ 1112452 h 7128667"/>
              <a:gd name="csX14" fmla="*/ 1457833 w 1764067"/>
              <a:gd name="csY14" fmla="*/ 102802 h 7128667"/>
              <a:gd name="csX15" fmla="*/ 924433 w 1764067"/>
              <a:gd name="csY15" fmla="*/ 36127 h 7128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764067" h="7128667">
                <a:moveTo>
                  <a:pt x="924433" y="36127"/>
                </a:moveTo>
                <a:cubicBezTo>
                  <a:pt x="826008" y="37715"/>
                  <a:pt x="935545" y="-6735"/>
                  <a:pt x="867283" y="112327"/>
                </a:cubicBezTo>
                <a:cubicBezTo>
                  <a:pt x="799021" y="231389"/>
                  <a:pt x="562483" y="558415"/>
                  <a:pt x="514858" y="750502"/>
                </a:cubicBezTo>
                <a:cubicBezTo>
                  <a:pt x="467233" y="942589"/>
                  <a:pt x="622808" y="955290"/>
                  <a:pt x="581533" y="1264852"/>
                </a:cubicBezTo>
                <a:cubicBezTo>
                  <a:pt x="540258" y="1574414"/>
                  <a:pt x="257683" y="2215765"/>
                  <a:pt x="267208" y="2607877"/>
                </a:cubicBezTo>
                <a:cubicBezTo>
                  <a:pt x="276733" y="2999989"/>
                  <a:pt x="683133" y="3296852"/>
                  <a:pt x="638683" y="3617527"/>
                </a:cubicBezTo>
                <a:cubicBezTo>
                  <a:pt x="594233" y="3938202"/>
                  <a:pt x="-20130" y="4269990"/>
                  <a:pt x="508" y="4531927"/>
                </a:cubicBezTo>
                <a:cubicBezTo>
                  <a:pt x="21145" y="4793865"/>
                  <a:pt x="725995" y="4955790"/>
                  <a:pt x="762508" y="5189152"/>
                </a:cubicBezTo>
                <a:cubicBezTo>
                  <a:pt x="799020" y="5422515"/>
                  <a:pt x="191008" y="5740014"/>
                  <a:pt x="219583" y="5932102"/>
                </a:cubicBezTo>
                <a:cubicBezTo>
                  <a:pt x="248158" y="6124190"/>
                  <a:pt x="881571" y="6197215"/>
                  <a:pt x="933958" y="6341677"/>
                </a:cubicBezTo>
                <a:cubicBezTo>
                  <a:pt x="986345" y="6486139"/>
                  <a:pt x="456121" y="6700452"/>
                  <a:pt x="533908" y="6798877"/>
                </a:cubicBezTo>
                <a:cubicBezTo>
                  <a:pt x="611695" y="6897302"/>
                  <a:pt x="1195896" y="7400539"/>
                  <a:pt x="1400683" y="6932227"/>
                </a:cubicBezTo>
                <a:cubicBezTo>
                  <a:pt x="1605470" y="6463915"/>
                  <a:pt x="1741996" y="4958964"/>
                  <a:pt x="1762633" y="3989002"/>
                </a:cubicBezTo>
                <a:cubicBezTo>
                  <a:pt x="1783270" y="3019040"/>
                  <a:pt x="1575308" y="1760152"/>
                  <a:pt x="1524508" y="1112452"/>
                </a:cubicBezTo>
                <a:cubicBezTo>
                  <a:pt x="1473708" y="464752"/>
                  <a:pt x="1557845" y="283777"/>
                  <a:pt x="1457833" y="102802"/>
                </a:cubicBezTo>
                <a:cubicBezTo>
                  <a:pt x="1357821" y="-78173"/>
                  <a:pt x="1022858" y="34539"/>
                  <a:pt x="924433" y="36127"/>
                </a:cubicBezTo>
                <a:close/>
              </a:path>
            </a:pathLst>
          </a:custGeom>
          <a:solidFill>
            <a:srgbClr val="27AAE1"/>
          </a:solidFill>
          <a:ln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799211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040CF-CE4B-D334-5B5D-BFE96281C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940A358-0D2D-1DA5-56B5-664B7DF753C3}"/>
              </a:ext>
            </a:extLst>
          </p:cNvPr>
          <p:cNvSpPr txBox="1"/>
          <p:nvPr/>
        </p:nvSpPr>
        <p:spPr>
          <a:xfrm>
            <a:off x="4433846" y="0"/>
            <a:ext cx="332430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dirty="0">
                <a:latin typeface="Copperplate Gothic Light" panose="020E0507020206020404" pitchFamily="34" charset="0"/>
              </a:rPr>
              <a:t>Métricas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605E35C5-5330-CE3F-07F8-CB18A2A86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76"/>
          <a:stretch>
            <a:fillRect/>
          </a:stretch>
        </p:blipFill>
        <p:spPr>
          <a:xfrm>
            <a:off x="1946694" y="975214"/>
            <a:ext cx="8298612" cy="5761251"/>
          </a:xfrm>
          <a:prstGeom prst="rect">
            <a:avLst/>
          </a:prstGeom>
          <a:ln>
            <a:solidFill>
              <a:srgbClr val="27AAE1"/>
            </a:solidFill>
          </a:ln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BAB5948A-04ED-5FFC-8EBF-907279233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912" y="1118182"/>
            <a:ext cx="1926279" cy="610771"/>
          </a:xfrm>
          <a:prstGeom prst="rect">
            <a:avLst/>
          </a:prstGeom>
        </p:spPr>
      </p:pic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1E629C6C-36BB-944F-D741-7D0AC2933CE2}"/>
              </a:ext>
            </a:extLst>
          </p:cNvPr>
          <p:cNvSpPr/>
          <p:nvPr/>
        </p:nvSpPr>
        <p:spPr>
          <a:xfrm>
            <a:off x="-964335" y="-236936"/>
            <a:ext cx="14202331" cy="1212150"/>
          </a:xfrm>
          <a:custGeom>
            <a:avLst/>
            <a:gdLst>
              <a:gd name="csX0" fmla="*/ 1002435 w 14202331"/>
              <a:gd name="csY0" fmla="*/ 684611 h 1212150"/>
              <a:gd name="csX1" fmla="*/ 1097685 w 14202331"/>
              <a:gd name="csY1" fmla="*/ 636986 h 1212150"/>
              <a:gd name="csX2" fmla="*/ 1669185 w 14202331"/>
              <a:gd name="csY2" fmla="*/ 484586 h 1212150"/>
              <a:gd name="csX3" fmla="*/ 2097810 w 14202331"/>
              <a:gd name="csY3" fmla="*/ 1189436 h 1212150"/>
              <a:gd name="csX4" fmla="*/ 4098060 w 14202331"/>
              <a:gd name="csY4" fmla="*/ 989411 h 1212150"/>
              <a:gd name="csX5" fmla="*/ 4564785 w 14202331"/>
              <a:gd name="csY5" fmla="*/ 494111 h 1212150"/>
              <a:gd name="csX6" fmla="*/ 5107710 w 14202331"/>
              <a:gd name="csY6" fmla="*/ 503636 h 1212150"/>
              <a:gd name="csX7" fmla="*/ 5726835 w 14202331"/>
              <a:gd name="csY7" fmla="*/ 360761 h 1212150"/>
              <a:gd name="csX8" fmla="*/ 7012710 w 14202331"/>
              <a:gd name="csY8" fmla="*/ 313136 h 1212150"/>
              <a:gd name="csX9" fmla="*/ 8089035 w 14202331"/>
              <a:gd name="csY9" fmla="*/ 446486 h 1212150"/>
              <a:gd name="csX10" fmla="*/ 8889135 w 14202331"/>
              <a:gd name="csY10" fmla="*/ 370286 h 1212150"/>
              <a:gd name="csX11" fmla="*/ 8927235 w 14202331"/>
              <a:gd name="csY11" fmla="*/ 913211 h 1212150"/>
              <a:gd name="csX12" fmla="*/ 9708285 w 14202331"/>
              <a:gd name="csY12" fmla="*/ 837011 h 1212150"/>
              <a:gd name="csX13" fmla="*/ 10975110 w 14202331"/>
              <a:gd name="csY13" fmla="*/ 503636 h 1212150"/>
              <a:gd name="csX14" fmla="*/ 10346460 w 14202331"/>
              <a:gd name="csY14" fmla="*/ 275036 h 1212150"/>
              <a:gd name="csX15" fmla="*/ 11260860 w 14202331"/>
              <a:gd name="csY15" fmla="*/ 446486 h 1212150"/>
              <a:gd name="csX16" fmla="*/ 12356235 w 14202331"/>
              <a:gd name="csY16" fmla="*/ 856061 h 1212150"/>
              <a:gd name="csX17" fmla="*/ 12670560 w 14202331"/>
              <a:gd name="csY17" fmla="*/ 608411 h 1212150"/>
              <a:gd name="csX18" fmla="*/ 12851535 w 14202331"/>
              <a:gd name="csY18" fmla="*/ 360761 h 1212150"/>
              <a:gd name="csX19" fmla="*/ 13223010 w 14202331"/>
              <a:gd name="csY19" fmla="*/ 456011 h 1212150"/>
              <a:gd name="csX20" fmla="*/ 13289685 w 14202331"/>
              <a:gd name="csY20" fmla="*/ 122636 h 1212150"/>
              <a:gd name="csX21" fmla="*/ 888135 w 14202331"/>
              <a:gd name="csY21" fmla="*/ 36911 h 1212150"/>
              <a:gd name="csX22" fmla="*/ 1002435 w 14202331"/>
              <a:gd name="csY22" fmla="*/ 684611 h 1212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4202331" h="1212150">
                <a:moveTo>
                  <a:pt x="1002435" y="684611"/>
                </a:moveTo>
                <a:cubicBezTo>
                  <a:pt x="1037360" y="784623"/>
                  <a:pt x="986560" y="670323"/>
                  <a:pt x="1097685" y="636986"/>
                </a:cubicBezTo>
                <a:cubicBezTo>
                  <a:pt x="1208810" y="603648"/>
                  <a:pt x="1502498" y="392511"/>
                  <a:pt x="1669185" y="484586"/>
                </a:cubicBezTo>
                <a:cubicBezTo>
                  <a:pt x="1835872" y="576661"/>
                  <a:pt x="1692998" y="1105299"/>
                  <a:pt x="2097810" y="1189436"/>
                </a:cubicBezTo>
                <a:cubicBezTo>
                  <a:pt x="2502622" y="1273573"/>
                  <a:pt x="3686898" y="1105298"/>
                  <a:pt x="4098060" y="989411"/>
                </a:cubicBezTo>
                <a:cubicBezTo>
                  <a:pt x="4509222" y="873524"/>
                  <a:pt x="4396510" y="575073"/>
                  <a:pt x="4564785" y="494111"/>
                </a:cubicBezTo>
                <a:cubicBezTo>
                  <a:pt x="4733060" y="413149"/>
                  <a:pt x="4914035" y="525861"/>
                  <a:pt x="5107710" y="503636"/>
                </a:cubicBezTo>
                <a:cubicBezTo>
                  <a:pt x="5301385" y="481411"/>
                  <a:pt x="5409335" y="392511"/>
                  <a:pt x="5726835" y="360761"/>
                </a:cubicBezTo>
                <a:cubicBezTo>
                  <a:pt x="6044335" y="329011"/>
                  <a:pt x="6619010" y="298849"/>
                  <a:pt x="7012710" y="313136"/>
                </a:cubicBezTo>
                <a:cubicBezTo>
                  <a:pt x="7406410" y="327423"/>
                  <a:pt x="7776298" y="436961"/>
                  <a:pt x="8089035" y="446486"/>
                </a:cubicBezTo>
                <a:cubicBezTo>
                  <a:pt x="8401772" y="456011"/>
                  <a:pt x="8749435" y="292498"/>
                  <a:pt x="8889135" y="370286"/>
                </a:cubicBezTo>
                <a:cubicBezTo>
                  <a:pt x="9028835" y="448074"/>
                  <a:pt x="8790710" y="835424"/>
                  <a:pt x="8927235" y="913211"/>
                </a:cubicBezTo>
                <a:cubicBezTo>
                  <a:pt x="9063760" y="990999"/>
                  <a:pt x="9366973" y="905273"/>
                  <a:pt x="9708285" y="837011"/>
                </a:cubicBezTo>
                <a:cubicBezTo>
                  <a:pt x="10049597" y="768749"/>
                  <a:pt x="10868747" y="597299"/>
                  <a:pt x="10975110" y="503636"/>
                </a:cubicBezTo>
                <a:cubicBezTo>
                  <a:pt x="11081473" y="409973"/>
                  <a:pt x="10298835" y="284561"/>
                  <a:pt x="10346460" y="275036"/>
                </a:cubicBezTo>
                <a:cubicBezTo>
                  <a:pt x="10394085" y="265511"/>
                  <a:pt x="10925898" y="349649"/>
                  <a:pt x="11260860" y="446486"/>
                </a:cubicBezTo>
                <a:cubicBezTo>
                  <a:pt x="11595822" y="543323"/>
                  <a:pt x="12121285" y="829073"/>
                  <a:pt x="12356235" y="856061"/>
                </a:cubicBezTo>
                <a:cubicBezTo>
                  <a:pt x="12591185" y="883049"/>
                  <a:pt x="12588010" y="690961"/>
                  <a:pt x="12670560" y="608411"/>
                </a:cubicBezTo>
                <a:cubicBezTo>
                  <a:pt x="12753110" y="525861"/>
                  <a:pt x="12759460" y="386161"/>
                  <a:pt x="12851535" y="360761"/>
                </a:cubicBezTo>
                <a:cubicBezTo>
                  <a:pt x="12943610" y="335361"/>
                  <a:pt x="13149985" y="495698"/>
                  <a:pt x="13223010" y="456011"/>
                </a:cubicBezTo>
                <a:cubicBezTo>
                  <a:pt x="13296035" y="416323"/>
                  <a:pt x="15345498" y="192486"/>
                  <a:pt x="13289685" y="122636"/>
                </a:cubicBezTo>
                <a:cubicBezTo>
                  <a:pt x="11233873" y="52786"/>
                  <a:pt x="2934422" y="-58339"/>
                  <a:pt x="888135" y="36911"/>
                </a:cubicBezTo>
                <a:cubicBezTo>
                  <a:pt x="-1158152" y="132161"/>
                  <a:pt x="967510" y="584599"/>
                  <a:pt x="1002435" y="684611"/>
                </a:cubicBezTo>
                <a:close/>
              </a:path>
            </a:pathLst>
          </a:custGeom>
          <a:solidFill>
            <a:srgbClr val="27AAE1"/>
          </a:solidFill>
          <a:ln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54301044-427D-6E53-C7AE-BBA1FF9C08C2}"/>
              </a:ext>
            </a:extLst>
          </p:cNvPr>
          <p:cNvSpPr/>
          <p:nvPr/>
        </p:nvSpPr>
        <p:spPr>
          <a:xfrm>
            <a:off x="11172317" y="106748"/>
            <a:ext cx="1764067" cy="7128667"/>
          </a:xfrm>
          <a:custGeom>
            <a:avLst/>
            <a:gdLst>
              <a:gd name="csX0" fmla="*/ 924433 w 1764067"/>
              <a:gd name="csY0" fmla="*/ 36127 h 7128667"/>
              <a:gd name="csX1" fmla="*/ 867283 w 1764067"/>
              <a:gd name="csY1" fmla="*/ 112327 h 7128667"/>
              <a:gd name="csX2" fmla="*/ 514858 w 1764067"/>
              <a:gd name="csY2" fmla="*/ 750502 h 7128667"/>
              <a:gd name="csX3" fmla="*/ 581533 w 1764067"/>
              <a:gd name="csY3" fmla="*/ 1264852 h 7128667"/>
              <a:gd name="csX4" fmla="*/ 267208 w 1764067"/>
              <a:gd name="csY4" fmla="*/ 2607877 h 7128667"/>
              <a:gd name="csX5" fmla="*/ 638683 w 1764067"/>
              <a:gd name="csY5" fmla="*/ 3617527 h 7128667"/>
              <a:gd name="csX6" fmla="*/ 508 w 1764067"/>
              <a:gd name="csY6" fmla="*/ 4531927 h 7128667"/>
              <a:gd name="csX7" fmla="*/ 762508 w 1764067"/>
              <a:gd name="csY7" fmla="*/ 5189152 h 7128667"/>
              <a:gd name="csX8" fmla="*/ 219583 w 1764067"/>
              <a:gd name="csY8" fmla="*/ 5932102 h 7128667"/>
              <a:gd name="csX9" fmla="*/ 933958 w 1764067"/>
              <a:gd name="csY9" fmla="*/ 6341677 h 7128667"/>
              <a:gd name="csX10" fmla="*/ 533908 w 1764067"/>
              <a:gd name="csY10" fmla="*/ 6798877 h 7128667"/>
              <a:gd name="csX11" fmla="*/ 1400683 w 1764067"/>
              <a:gd name="csY11" fmla="*/ 6932227 h 7128667"/>
              <a:gd name="csX12" fmla="*/ 1762633 w 1764067"/>
              <a:gd name="csY12" fmla="*/ 3989002 h 7128667"/>
              <a:gd name="csX13" fmla="*/ 1524508 w 1764067"/>
              <a:gd name="csY13" fmla="*/ 1112452 h 7128667"/>
              <a:gd name="csX14" fmla="*/ 1457833 w 1764067"/>
              <a:gd name="csY14" fmla="*/ 102802 h 7128667"/>
              <a:gd name="csX15" fmla="*/ 924433 w 1764067"/>
              <a:gd name="csY15" fmla="*/ 36127 h 7128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764067" h="7128667">
                <a:moveTo>
                  <a:pt x="924433" y="36127"/>
                </a:moveTo>
                <a:cubicBezTo>
                  <a:pt x="826008" y="37715"/>
                  <a:pt x="935545" y="-6735"/>
                  <a:pt x="867283" y="112327"/>
                </a:cubicBezTo>
                <a:cubicBezTo>
                  <a:pt x="799021" y="231389"/>
                  <a:pt x="562483" y="558415"/>
                  <a:pt x="514858" y="750502"/>
                </a:cubicBezTo>
                <a:cubicBezTo>
                  <a:pt x="467233" y="942589"/>
                  <a:pt x="622808" y="955290"/>
                  <a:pt x="581533" y="1264852"/>
                </a:cubicBezTo>
                <a:cubicBezTo>
                  <a:pt x="540258" y="1574414"/>
                  <a:pt x="257683" y="2215765"/>
                  <a:pt x="267208" y="2607877"/>
                </a:cubicBezTo>
                <a:cubicBezTo>
                  <a:pt x="276733" y="2999989"/>
                  <a:pt x="683133" y="3296852"/>
                  <a:pt x="638683" y="3617527"/>
                </a:cubicBezTo>
                <a:cubicBezTo>
                  <a:pt x="594233" y="3938202"/>
                  <a:pt x="-20130" y="4269990"/>
                  <a:pt x="508" y="4531927"/>
                </a:cubicBezTo>
                <a:cubicBezTo>
                  <a:pt x="21145" y="4793865"/>
                  <a:pt x="725995" y="4955790"/>
                  <a:pt x="762508" y="5189152"/>
                </a:cubicBezTo>
                <a:cubicBezTo>
                  <a:pt x="799020" y="5422515"/>
                  <a:pt x="191008" y="5740014"/>
                  <a:pt x="219583" y="5932102"/>
                </a:cubicBezTo>
                <a:cubicBezTo>
                  <a:pt x="248158" y="6124190"/>
                  <a:pt x="881571" y="6197215"/>
                  <a:pt x="933958" y="6341677"/>
                </a:cubicBezTo>
                <a:cubicBezTo>
                  <a:pt x="986345" y="6486139"/>
                  <a:pt x="456121" y="6700452"/>
                  <a:pt x="533908" y="6798877"/>
                </a:cubicBezTo>
                <a:cubicBezTo>
                  <a:pt x="611695" y="6897302"/>
                  <a:pt x="1195896" y="7400539"/>
                  <a:pt x="1400683" y="6932227"/>
                </a:cubicBezTo>
                <a:cubicBezTo>
                  <a:pt x="1605470" y="6463915"/>
                  <a:pt x="1741996" y="4958964"/>
                  <a:pt x="1762633" y="3989002"/>
                </a:cubicBezTo>
                <a:cubicBezTo>
                  <a:pt x="1783270" y="3019040"/>
                  <a:pt x="1575308" y="1760152"/>
                  <a:pt x="1524508" y="1112452"/>
                </a:cubicBezTo>
                <a:cubicBezTo>
                  <a:pt x="1473708" y="464752"/>
                  <a:pt x="1557845" y="283777"/>
                  <a:pt x="1457833" y="102802"/>
                </a:cubicBezTo>
                <a:cubicBezTo>
                  <a:pt x="1357821" y="-78173"/>
                  <a:pt x="1022858" y="34539"/>
                  <a:pt x="924433" y="36127"/>
                </a:cubicBezTo>
                <a:close/>
              </a:path>
            </a:pathLst>
          </a:custGeom>
          <a:solidFill>
            <a:srgbClr val="27AAE1"/>
          </a:solidFill>
          <a:ln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EBDB45E-ECAC-D53D-9255-CF1C4CE9D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837" y="1212149"/>
            <a:ext cx="3163469" cy="238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6493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C9E1A-45F9-232A-F98D-3FD4975E6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B3B08686-66EC-82CB-2685-DAA4ED332831}"/>
              </a:ext>
            </a:extLst>
          </p:cNvPr>
          <p:cNvSpPr txBox="1"/>
          <p:nvPr/>
        </p:nvSpPr>
        <p:spPr>
          <a:xfrm>
            <a:off x="4433846" y="0"/>
            <a:ext cx="332430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dirty="0">
                <a:latin typeface="Copperplate Gothic Light" panose="020E0507020206020404" pitchFamily="34" charset="0"/>
              </a:rPr>
              <a:t>Métricas</a:t>
            </a:r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585536E5-AE8C-A962-65EB-98080145F9C5}"/>
              </a:ext>
            </a:extLst>
          </p:cNvPr>
          <p:cNvSpPr/>
          <p:nvPr/>
        </p:nvSpPr>
        <p:spPr>
          <a:xfrm>
            <a:off x="-964335" y="-236936"/>
            <a:ext cx="14202331" cy="1212150"/>
          </a:xfrm>
          <a:custGeom>
            <a:avLst/>
            <a:gdLst>
              <a:gd name="csX0" fmla="*/ 1002435 w 14202331"/>
              <a:gd name="csY0" fmla="*/ 684611 h 1212150"/>
              <a:gd name="csX1" fmla="*/ 1097685 w 14202331"/>
              <a:gd name="csY1" fmla="*/ 636986 h 1212150"/>
              <a:gd name="csX2" fmla="*/ 1669185 w 14202331"/>
              <a:gd name="csY2" fmla="*/ 484586 h 1212150"/>
              <a:gd name="csX3" fmla="*/ 2097810 w 14202331"/>
              <a:gd name="csY3" fmla="*/ 1189436 h 1212150"/>
              <a:gd name="csX4" fmla="*/ 4098060 w 14202331"/>
              <a:gd name="csY4" fmla="*/ 989411 h 1212150"/>
              <a:gd name="csX5" fmla="*/ 4564785 w 14202331"/>
              <a:gd name="csY5" fmla="*/ 494111 h 1212150"/>
              <a:gd name="csX6" fmla="*/ 5107710 w 14202331"/>
              <a:gd name="csY6" fmla="*/ 503636 h 1212150"/>
              <a:gd name="csX7" fmla="*/ 5726835 w 14202331"/>
              <a:gd name="csY7" fmla="*/ 360761 h 1212150"/>
              <a:gd name="csX8" fmla="*/ 7012710 w 14202331"/>
              <a:gd name="csY8" fmla="*/ 313136 h 1212150"/>
              <a:gd name="csX9" fmla="*/ 8089035 w 14202331"/>
              <a:gd name="csY9" fmla="*/ 446486 h 1212150"/>
              <a:gd name="csX10" fmla="*/ 8889135 w 14202331"/>
              <a:gd name="csY10" fmla="*/ 370286 h 1212150"/>
              <a:gd name="csX11" fmla="*/ 8927235 w 14202331"/>
              <a:gd name="csY11" fmla="*/ 913211 h 1212150"/>
              <a:gd name="csX12" fmla="*/ 9708285 w 14202331"/>
              <a:gd name="csY12" fmla="*/ 837011 h 1212150"/>
              <a:gd name="csX13" fmla="*/ 10975110 w 14202331"/>
              <a:gd name="csY13" fmla="*/ 503636 h 1212150"/>
              <a:gd name="csX14" fmla="*/ 10346460 w 14202331"/>
              <a:gd name="csY14" fmla="*/ 275036 h 1212150"/>
              <a:gd name="csX15" fmla="*/ 11260860 w 14202331"/>
              <a:gd name="csY15" fmla="*/ 446486 h 1212150"/>
              <a:gd name="csX16" fmla="*/ 12356235 w 14202331"/>
              <a:gd name="csY16" fmla="*/ 856061 h 1212150"/>
              <a:gd name="csX17" fmla="*/ 12670560 w 14202331"/>
              <a:gd name="csY17" fmla="*/ 608411 h 1212150"/>
              <a:gd name="csX18" fmla="*/ 12851535 w 14202331"/>
              <a:gd name="csY18" fmla="*/ 360761 h 1212150"/>
              <a:gd name="csX19" fmla="*/ 13223010 w 14202331"/>
              <a:gd name="csY19" fmla="*/ 456011 h 1212150"/>
              <a:gd name="csX20" fmla="*/ 13289685 w 14202331"/>
              <a:gd name="csY20" fmla="*/ 122636 h 1212150"/>
              <a:gd name="csX21" fmla="*/ 888135 w 14202331"/>
              <a:gd name="csY21" fmla="*/ 36911 h 1212150"/>
              <a:gd name="csX22" fmla="*/ 1002435 w 14202331"/>
              <a:gd name="csY22" fmla="*/ 684611 h 1212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4202331" h="1212150">
                <a:moveTo>
                  <a:pt x="1002435" y="684611"/>
                </a:moveTo>
                <a:cubicBezTo>
                  <a:pt x="1037360" y="784623"/>
                  <a:pt x="986560" y="670323"/>
                  <a:pt x="1097685" y="636986"/>
                </a:cubicBezTo>
                <a:cubicBezTo>
                  <a:pt x="1208810" y="603648"/>
                  <a:pt x="1502498" y="392511"/>
                  <a:pt x="1669185" y="484586"/>
                </a:cubicBezTo>
                <a:cubicBezTo>
                  <a:pt x="1835872" y="576661"/>
                  <a:pt x="1692998" y="1105299"/>
                  <a:pt x="2097810" y="1189436"/>
                </a:cubicBezTo>
                <a:cubicBezTo>
                  <a:pt x="2502622" y="1273573"/>
                  <a:pt x="3686898" y="1105298"/>
                  <a:pt x="4098060" y="989411"/>
                </a:cubicBezTo>
                <a:cubicBezTo>
                  <a:pt x="4509222" y="873524"/>
                  <a:pt x="4396510" y="575073"/>
                  <a:pt x="4564785" y="494111"/>
                </a:cubicBezTo>
                <a:cubicBezTo>
                  <a:pt x="4733060" y="413149"/>
                  <a:pt x="4914035" y="525861"/>
                  <a:pt x="5107710" y="503636"/>
                </a:cubicBezTo>
                <a:cubicBezTo>
                  <a:pt x="5301385" y="481411"/>
                  <a:pt x="5409335" y="392511"/>
                  <a:pt x="5726835" y="360761"/>
                </a:cubicBezTo>
                <a:cubicBezTo>
                  <a:pt x="6044335" y="329011"/>
                  <a:pt x="6619010" y="298849"/>
                  <a:pt x="7012710" y="313136"/>
                </a:cubicBezTo>
                <a:cubicBezTo>
                  <a:pt x="7406410" y="327423"/>
                  <a:pt x="7776298" y="436961"/>
                  <a:pt x="8089035" y="446486"/>
                </a:cubicBezTo>
                <a:cubicBezTo>
                  <a:pt x="8401772" y="456011"/>
                  <a:pt x="8749435" y="292498"/>
                  <a:pt x="8889135" y="370286"/>
                </a:cubicBezTo>
                <a:cubicBezTo>
                  <a:pt x="9028835" y="448074"/>
                  <a:pt x="8790710" y="835424"/>
                  <a:pt x="8927235" y="913211"/>
                </a:cubicBezTo>
                <a:cubicBezTo>
                  <a:pt x="9063760" y="990999"/>
                  <a:pt x="9366973" y="905273"/>
                  <a:pt x="9708285" y="837011"/>
                </a:cubicBezTo>
                <a:cubicBezTo>
                  <a:pt x="10049597" y="768749"/>
                  <a:pt x="10868747" y="597299"/>
                  <a:pt x="10975110" y="503636"/>
                </a:cubicBezTo>
                <a:cubicBezTo>
                  <a:pt x="11081473" y="409973"/>
                  <a:pt x="10298835" y="284561"/>
                  <a:pt x="10346460" y="275036"/>
                </a:cubicBezTo>
                <a:cubicBezTo>
                  <a:pt x="10394085" y="265511"/>
                  <a:pt x="10925898" y="349649"/>
                  <a:pt x="11260860" y="446486"/>
                </a:cubicBezTo>
                <a:cubicBezTo>
                  <a:pt x="11595822" y="543323"/>
                  <a:pt x="12121285" y="829073"/>
                  <a:pt x="12356235" y="856061"/>
                </a:cubicBezTo>
                <a:cubicBezTo>
                  <a:pt x="12591185" y="883049"/>
                  <a:pt x="12588010" y="690961"/>
                  <a:pt x="12670560" y="608411"/>
                </a:cubicBezTo>
                <a:cubicBezTo>
                  <a:pt x="12753110" y="525861"/>
                  <a:pt x="12759460" y="386161"/>
                  <a:pt x="12851535" y="360761"/>
                </a:cubicBezTo>
                <a:cubicBezTo>
                  <a:pt x="12943610" y="335361"/>
                  <a:pt x="13149985" y="495698"/>
                  <a:pt x="13223010" y="456011"/>
                </a:cubicBezTo>
                <a:cubicBezTo>
                  <a:pt x="13296035" y="416323"/>
                  <a:pt x="15345498" y="192486"/>
                  <a:pt x="13289685" y="122636"/>
                </a:cubicBezTo>
                <a:cubicBezTo>
                  <a:pt x="11233873" y="52786"/>
                  <a:pt x="2934422" y="-58339"/>
                  <a:pt x="888135" y="36911"/>
                </a:cubicBezTo>
                <a:cubicBezTo>
                  <a:pt x="-1158152" y="132161"/>
                  <a:pt x="967510" y="584599"/>
                  <a:pt x="1002435" y="684611"/>
                </a:cubicBezTo>
                <a:close/>
              </a:path>
            </a:pathLst>
          </a:custGeom>
          <a:solidFill>
            <a:srgbClr val="27AAE1"/>
          </a:solidFill>
          <a:ln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19F45580-A240-4BBD-CCA5-75430B219292}"/>
              </a:ext>
            </a:extLst>
          </p:cNvPr>
          <p:cNvSpPr/>
          <p:nvPr/>
        </p:nvSpPr>
        <p:spPr>
          <a:xfrm>
            <a:off x="11172317" y="106748"/>
            <a:ext cx="1764067" cy="7128667"/>
          </a:xfrm>
          <a:custGeom>
            <a:avLst/>
            <a:gdLst>
              <a:gd name="csX0" fmla="*/ 924433 w 1764067"/>
              <a:gd name="csY0" fmla="*/ 36127 h 7128667"/>
              <a:gd name="csX1" fmla="*/ 867283 w 1764067"/>
              <a:gd name="csY1" fmla="*/ 112327 h 7128667"/>
              <a:gd name="csX2" fmla="*/ 514858 w 1764067"/>
              <a:gd name="csY2" fmla="*/ 750502 h 7128667"/>
              <a:gd name="csX3" fmla="*/ 581533 w 1764067"/>
              <a:gd name="csY3" fmla="*/ 1264852 h 7128667"/>
              <a:gd name="csX4" fmla="*/ 267208 w 1764067"/>
              <a:gd name="csY4" fmla="*/ 2607877 h 7128667"/>
              <a:gd name="csX5" fmla="*/ 638683 w 1764067"/>
              <a:gd name="csY5" fmla="*/ 3617527 h 7128667"/>
              <a:gd name="csX6" fmla="*/ 508 w 1764067"/>
              <a:gd name="csY6" fmla="*/ 4531927 h 7128667"/>
              <a:gd name="csX7" fmla="*/ 762508 w 1764067"/>
              <a:gd name="csY7" fmla="*/ 5189152 h 7128667"/>
              <a:gd name="csX8" fmla="*/ 219583 w 1764067"/>
              <a:gd name="csY8" fmla="*/ 5932102 h 7128667"/>
              <a:gd name="csX9" fmla="*/ 933958 w 1764067"/>
              <a:gd name="csY9" fmla="*/ 6341677 h 7128667"/>
              <a:gd name="csX10" fmla="*/ 533908 w 1764067"/>
              <a:gd name="csY10" fmla="*/ 6798877 h 7128667"/>
              <a:gd name="csX11" fmla="*/ 1400683 w 1764067"/>
              <a:gd name="csY11" fmla="*/ 6932227 h 7128667"/>
              <a:gd name="csX12" fmla="*/ 1762633 w 1764067"/>
              <a:gd name="csY12" fmla="*/ 3989002 h 7128667"/>
              <a:gd name="csX13" fmla="*/ 1524508 w 1764067"/>
              <a:gd name="csY13" fmla="*/ 1112452 h 7128667"/>
              <a:gd name="csX14" fmla="*/ 1457833 w 1764067"/>
              <a:gd name="csY14" fmla="*/ 102802 h 7128667"/>
              <a:gd name="csX15" fmla="*/ 924433 w 1764067"/>
              <a:gd name="csY15" fmla="*/ 36127 h 7128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764067" h="7128667">
                <a:moveTo>
                  <a:pt x="924433" y="36127"/>
                </a:moveTo>
                <a:cubicBezTo>
                  <a:pt x="826008" y="37715"/>
                  <a:pt x="935545" y="-6735"/>
                  <a:pt x="867283" y="112327"/>
                </a:cubicBezTo>
                <a:cubicBezTo>
                  <a:pt x="799021" y="231389"/>
                  <a:pt x="562483" y="558415"/>
                  <a:pt x="514858" y="750502"/>
                </a:cubicBezTo>
                <a:cubicBezTo>
                  <a:pt x="467233" y="942589"/>
                  <a:pt x="622808" y="955290"/>
                  <a:pt x="581533" y="1264852"/>
                </a:cubicBezTo>
                <a:cubicBezTo>
                  <a:pt x="540258" y="1574414"/>
                  <a:pt x="257683" y="2215765"/>
                  <a:pt x="267208" y="2607877"/>
                </a:cubicBezTo>
                <a:cubicBezTo>
                  <a:pt x="276733" y="2999989"/>
                  <a:pt x="683133" y="3296852"/>
                  <a:pt x="638683" y="3617527"/>
                </a:cubicBezTo>
                <a:cubicBezTo>
                  <a:pt x="594233" y="3938202"/>
                  <a:pt x="-20130" y="4269990"/>
                  <a:pt x="508" y="4531927"/>
                </a:cubicBezTo>
                <a:cubicBezTo>
                  <a:pt x="21145" y="4793865"/>
                  <a:pt x="725995" y="4955790"/>
                  <a:pt x="762508" y="5189152"/>
                </a:cubicBezTo>
                <a:cubicBezTo>
                  <a:pt x="799020" y="5422515"/>
                  <a:pt x="191008" y="5740014"/>
                  <a:pt x="219583" y="5932102"/>
                </a:cubicBezTo>
                <a:cubicBezTo>
                  <a:pt x="248158" y="6124190"/>
                  <a:pt x="881571" y="6197215"/>
                  <a:pt x="933958" y="6341677"/>
                </a:cubicBezTo>
                <a:cubicBezTo>
                  <a:pt x="986345" y="6486139"/>
                  <a:pt x="456121" y="6700452"/>
                  <a:pt x="533908" y="6798877"/>
                </a:cubicBezTo>
                <a:cubicBezTo>
                  <a:pt x="611695" y="6897302"/>
                  <a:pt x="1195896" y="7400539"/>
                  <a:pt x="1400683" y="6932227"/>
                </a:cubicBezTo>
                <a:cubicBezTo>
                  <a:pt x="1605470" y="6463915"/>
                  <a:pt x="1741996" y="4958964"/>
                  <a:pt x="1762633" y="3989002"/>
                </a:cubicBezTo>
                <a:cubicBezTo>
                  <a:pt x="1783270" y="3019040"/>
                  <a:pt x="1575308" y="1760152"/>
                  <a:pt x="1524508" y="1112452"/>
                </a:cubicBezTo>
                <a:cubicBezTo>
                  <a:pt x="1473708" y="464752"/>
                  <a:pt x="1557845" y="283777"/>
                  <a:pt x="1457833" y="102802"/>
                </a:cubicBezTo>
                <a:cubicBezTo>
                  <a:pt x="1357821" y="-78173"/>
                  <a:pt x="1022858" y="34539"/>
                  <a:pt x="924433" y="36127"/>
                </a:cubicBezTo>
                <a:close/>
              </a:path>
            </a:pathLst>
          </a:custGeom>
          <a:solidFill>
            <a:srgbClr val="27AAE1"/>
          </a:solidFill>
          <a:ln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49EF8C4-9490-72AC-4C6F-55C9561C0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831" y="1098710"/>
            <a:ext cx="8116337" cy="5635465"/>
          </a:xfrm>
          <a:prstGeom prst="rect">
            <a:avLst/>
          </a:prstGeom>
          <a:ln>
            <a:solidFill>
              <a:srgbClr val="27AAE1"/>
            </a:solidFill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DC35EC1-DBBA-074B-AD30-BB1284B2C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945" y="1212150"/>
            <a:ext cx="600159" cy="60968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6A2465F-6915-EF7A-17B6-01F393861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580" y="1821835"/>
            <a:ext cx="1671596" cy="169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376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7CD4A-334E-431D-F61C-FF2BAFC08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4CF1D0EC-0C71-1421-171F-E589CC00ECCB}"/>
              </a:ext>
            </a:extLst>
          </p:cNvPr>
          <p:cNvSpPr txBox="1"/>
          <p:nvPr/>
        </p:nvSpPr>
        <p:spPr>
          <a:xfrm>
            <a:off x="4433846" y="0"/>
            <a:ext cx="332430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dirty="0">
                <a:latin typeface="Copperplate Gothic Light" panose="020E0507020206020404" pitchFamily="34" charset="0"/>
              </a:rPr>
              <a:t>Métricas</a:t>
            </a:r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7D142805-6803-2E9A-C4D2-D0236624DE1B}"/>
              </a:ext>
            </a:extLst>
          </p:cNvPr>
          <p:cNvSpPr/>
          <p:nvPr/>
        </p:nvSpPr>
        <p:spPr>
          <a:xfrm>
            <a:off x="-964335" y="-236936"/>
            <a:ext cx="14202331" cy="1212150"/>
          </a:xfrm>
          <a:custGeom>
            <a:avLst/>
            <a:gdLst>
              <a:gd name="csX0" fmla="*/ 1002435 w 14202331"/>
              <a:gd name="csY0" fmla="*/ 684611 h 1212150"/>
              <a:gd name="csX1" fmla="*/ 1097685 w 14202331"/>
              <a:gd name="csY1" fmla="*/ 636986 h 1212150"/>
              <a:gd name="csX2" fmla="*/ 1669185 w 14202331"/>
              <a:gd name="csY2" fmla="*/ 484586 h 1212150"/>
              <a:gd name="csX3" fmla="*/ 2097810 w 14202331"/>
              <a:gd name="csY3" fmla="*/ 1189436 h 1212150"/>
              <a:gd name="csX4" fmla="*/ 4098060 w 14202331"/>
              <a:gd name="csY4" fmla="*/ 989411 h 1212150"/>
              <a:gd name="csX5" fmla="*/ 4564785 w 14202331"/>
              <a:gd name="csY5" fmla="*/ 494111 h 1212150"/>
              <a:gd name="csX6" fmla="*/ 5107710 w 14202331"/>
              <a:gd name="csY6" fmla="*/ 503636 h 1212150"/>
              <a:gd name="csX7" fmla="*/ 5726835 w 14202331"/>
              <a:gd name="csY7" fmla="*/ 360761 h 1212150"/>
              <a:gd name="csX8" fmla="*/ 7012710 w 14202331"/>
              <a:gd name="csY8" fmla="*/ 313136 h 1212150"/>
              <a:gd name="csX9" fmla="*/ 8089035 w 14202331"/>
              <a:gd name="csY9" fmla="*/ 446486 h 1212150"/>
              <a:gd name="csX10" fmla="*/ 8889135 w 14202331"/>
              <a:gd name="csY10" fmla="*/ 370286 h 1212150"/>
              <a:gd name="csX11" fmla="*/ 8927235 w 14202331"/>
              <a:gd name="csY11" fmla="*/ 913211 h 1212150"/>
              <a:gd name="csX12" fmla="*/ 9708285 w 14202331"/>
              <a:gd name="csY12" fmla="*/ 837011 h 1212150"/>
              <a:gd name="csX13" fmla="*/ 10975110 w 14202331"/>
              <a:gd name="csY13" fmla="*/ 503636 h 1212150"/>
              <a:gd name="csX14" fmla="*/ 10346460 w 14202331"/>
              <a:gd name="csY14" fmla="*/ 275036 h 1212150"/>
              <a:gd name="csX15" fmla="*/ 11260860 w 14202331"/>
              <a:gd name="csY15" fmla="*/ 446486 h 1212150"/>
              <a:gd name="csX16" fmla="*/ 12356235 w 14202331"/>
              <a:gd name="csY16" fmla="*/ 856061 h 1212150"/>
              <a:gd name="csX17" fmla="*/ 12670560 w 14202331"/>
              <a:gd name="csY17" fmla="*/ 608411 h 1212150"/>
              <a:gd name="csX18" fmla="*/ 12851535 w 14202331"/>
              <a:gd name="csY18" fmla="*/ 360761 h 1212150"/>
              <a:gd name="csX19" fmla="*/ 13223010 w 14202331"/>
              <a:gd name="csY19" fmla="*/ 456011 h 1212150"/>
              <a:gd name="csX20" fmla="*/ 13289685 w 14202331"/>
              <a:gd name="csY20" fmla="*/ 122636 h 1212150"/>
              <a:gd name="csX21" fmla="*/ 888135 w 14202331"/>
              <a:gd name="csY21" fmla="*/ 36911 h 1212150"/>
              <a:gd name="csX22" fmla="*/ 1002435 w 14202331"/>
              <a:gd name="csY22" fmla="*/ 684611 h 1212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4202331" h="1212150">
                <a:moveTo>
                  <a:pt x="1002435" y="684611"/>
                </a:moveTo>
                <a:cubicBezTo>
                  <a:pt x="1037360" y="784623"/>
                  <a:pt x="986560" y="670323"/>
                  <a:pt x="1097685" y="636986"/>
                </a:cubicBezTo>
                <a:cubicBezTo>
                  <a:pt x="1208810" y="603648"/>
                  <a:pt x="1502498" y="392511"/>
                  <a:pt x="1669185" y="484586"/>
                </a:cubicBezTo>
                <a:cubicBezTo>
                  <a:pt x="1835872" y="576661"/>
                  <a:pt x="1692998" y="1105299"/>
                  <a:pt x="2097810" y="1189436"/>
                </a:cubicBezTo>
                <a:cubicBezTo>
                  <a:pt x="2502622" y="1273573"/>
                  <a:pt x="3686898" y="1105298"/>
                  <a:pt x="4098060" y="989411"/>
                </a:cubicBezTo>
                <a:cubicBezTo>
                  <a:pt x="4509222" y="873524"/>
                  <a:pt x="4396510" y="575073"/>
                  <a:pt x="4564785" y="494111"/>
                </a:cubicBezTo>
                <a:cubicBezTo>
                  <a:pt x="4733060" y="413149"/>
                  <a:pt x="4914035" y="525861"/>
                  <a:pt x="5107710" y="503636"/>
                </a:cubicBezTo>
                <a:cubicBezTo>
                  <a:pt x="5301385" y="481411"/>
                  <a:pt x="5409335" y="392511"/>
                  <a:pt x="5726835" y="360761"/>
                </a:cubicBezTo>
                <a:cubicBezTo>
                  <a:pt x="6044335" y="329011"/>
                  <a:pt x="6619010" y="298849"/>
                  <a:pt x="7012710" y="313136"/>
                </a:cubicBezTo>
                <a:cubicBezTo>
                  <a:pt x="7406410" y="327423"/>
                  <a:pt x="7776298" y="436961"/>
                  <a:pt x="8089035" y="446486"/>
                </a:cubicBezTo>
                <a:cubicBezTo>
                  <a:pt x="8401772" y="456011"/>
                  <a:pt x="8749435" y="292498"/>
                  <a:pt x="8889135" y="370286"/>
                </a:cubicBezTo>
                <a:cubicBezTo>
                  <a:pt x="9028835" y="448074"/>
                  <a:pt x="8790710" y="835424"/>
                  <a:pt x="8927235" y="913211"/>
                </a:cubicBezTo>
                <a:cubicBezTo>
                  <a:pt x="9063760" y="990999"/>
                  <a:pt x="9366973" y="905273"/>
                  <a:pt x="9708285" y="837011"/>
                </a:cubicBezTo>
                <a:cubicBezTo>
                  <a:pt x="10049597" y="768749"/>
                  <a:pt x="10868747" y="597299"/>
                  <a:pt x="10975110" y="503636"/>
                </a:cubicBezTo>
                <a:cubicBezTo>
                  <a:pt x="11081473" y="409973"/>
                  <a:pt x="10298835" y="284561"/>
                  <a:pt x="10346460" y="275036"/>
                </a:cubicBezTo>
                <a:cubicBezTo>
                  <a:pt x="10394085" y="265511"/>
                  <a:pt x="10925898" y="349649"/>
                  <a:pt x="11260860" y="446486"/>
                </a:cubicBezTo>
                <a:cubicBezTo>
                  <a:pt x="11595822" y="543323"/>
                  <a:pt x="12121285" y="829073"/>
                  <a:pt x="12356235" y="856061"/>
                </a:cubicBezTo>
                <a:cubicBezTo>
                  <a:pt x="12591185" y="883049"/>
                  <a:pt x="12588010" y="690961"/>
                  <a:pt x="12670560" y="608411"/>
                </a:cubicBezTo>
                <a:cubicBezTo>
                  <a:pt x="12753110" y="525861"/>
                  <a:pt x="12759460" y="386161"/>
                  <a:pt x="12851535" y="360761"/>
                </a:cubicBezTo>
                <a:cubicBezTo>
                  <a:pt x="12943610" y="335361"/>
                  <a:pt x="13149985" y="495698"/>
                  <a:pt x="13223010" y="456011"/>
                </a:cubicBezTo>
                <a:cubicBezTo>
                  <a:pt x="13296035" y="416323"/>
                  <a:pt x="15345498" y="192486"/>
                  <a:pt x="13289685" y="122636"/>
                </a:cubicBezTo>
                <a:cubicBezTo>
                  <a:pt x="11233873" y="52786"/>
                  <a:pt x="2934422" y="-58339"/>
                  <a:pt x="888135" y="36911"/>
                </a:cubicBezTo>
                <a:cubicBezTo>
                  <a:pt x="-1158152" y="132161"/>
                  <a:pt x="967510" y="584599"/>
                  <a:pt x="1002435" y="684611"/>
                </a:cubicBezTo>
                <a:close/>
              </a:path>
            </a:pathLst>
          </a:custGeom>
          <a:solidFill>
            <a:srgbClr val="27AAE1"/>
          </a:solidFill>
          <a:ln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48787CBB-52E5-14C2-D6FD-CDC6FF72BE4C}"/>
              </a:ext>
            </a:extLst>
          </p:cNvPr>
          <p:cNvSpPr/>
          <p:nvPr/>
        </p:nvSpPr>
        <p:spPr>
          <a:xfrm>
            <a:off x="11172317" y="106748"/>
            <a:ext cx="1764067" cy="7128667"/>
          </a:xfrm>
          <a:custGeom>
            <a:avLst/>
            <a:gdLst>
              <a:gd name="csX0" fmla="*/ 924433 w 1764067"/>
              <a:gd name="csY0" fmla="*/ 36127 h 7128667"/>
              <a:gd name="csX1" fmla="*/ 867283 w 1764067"/>
              <a:gd name="csY1" fmla="*/ 112327 h 7128667"/>
              <a:gd name="csX2" fmla="*/ 514858 w 1764067"/>
              <a:gd name="csY2" fmla="*/ 750502 h 7128667"/>
              <a:gd name="csX3" fmla="*/ 581533 w 1764067"/>
              <a:gd name="csY3" fmla="*/ 1264852 h 7128667"/>
              <a:gd name="csX4" fmla="*/ 267208 w 1764067"/>
              <a:gd name="csY4" fmla="*/ 2607877 h 7128667"/>
              <a:gd name="csX5" fmla="*/ 638683 w 1764067"/>
              <a:gd name="csY5" fmla="*/ 3617527 h 7128667"/>
              <a:gd name="csX6" fmla="*/ 508 w 1764067"/>
              <a:gd name="csY6" fmla="*/ 4531927 h 7128667"/>
              <a:gd name="csX7" fmla="*/ 762508 w 1764067"/>
              <a:gd name="csY7" fmla="*/ 5189152 h 7128667"/>
              <a:gd name="csX8" fmla="*/ 219583 w 1764067"/>
              <a:gd name="csY8" fmla="*/ 5932102 h 7128667"/>
              <a:gd name="csX9" fmla="*/ 933958 w 1764067"/>
              <a:gd name="csY9" fmla="*/ 6341677 h 7128667"/>
              <a:gd name="csX10" fmla="*/ 533908 w 1764067"/>
              <a:gd name="csY10" fmla="*/ 6798877 h 7128667"/>
              <a:gd name="csX11" fmla="*/ 1400683 w 1764067"/>
              <a:gd name="csY11" fmla="*/ 6932227 h 7128667"/>
              <a:gd name="csX12" fmla="*/ 1762633 w 1764067"/>
              <a:gd name="csY12" fmla="*/ 3989002 h 7128667"/>
              <a:gd name="csX13" fmla="*/ 1524508 w 1764067"/>
              <a:gd name="csY13" fmla="*/ 1112452 h 7128667"/>
              <a:gd name="csX14" fmla="*/ 1457833 w 1764067"/>
              <a:gd name="csY14" fmla="*/ 102802 h 7128667"/>
              <a:gd name="csX15" fmla="*/ 924433 w 1764067"/>
              <a:gd name="csY15" fmla="*/ 36127 h 7128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764067" h="7128667">
                <a:moveTo>
                  <a:pt x="924433" y="36127"/>
                </a:moveTo>
                <a:cubicBezTo>
                  <a:pt x="826008" y="37715"/>
                  <a:pt x="935545" y="-6735"/>
                  <a:pt x="867283" y="112327"/>
                </a:cubicBezTo>
                <a:cubicBezTo>
                  <a:pt x="799021" y="231389"/>
                  <a:pt x="562483" y="558415"/>
                  <a:pt x="514858" y="750502"/>
                </a:cubicBezTo>
                <a:cubicBezTo>
                  <a:pt x="467233" y="942589"/>
                  <a:pt x="622808" y="955290"/>
                  <a:pt x="581533" y="1264852"/>
                </a:cubicBezTo>
                <a:cubicBezTo>
                  <a:pt x="540258" y="1574414"/>
                  <a:pt x="257683" y="2215765"/>
                  <a:pt x="267208" y="2607877"/>
                </a:cubicBezTo>
                <a:cubicBezTo>
                  <a:pt x="276733" y="2999989"/>
                  <a:pt x="683133" y="3296852"/>
                  <a:pt x="638683" y="3617527"/>
                </a:cubicBezTo>
                <a:cubicBezTo>
                  <a:pt x="594233" y="3938202"/>
                  <a:pt x="-20130" y="4269990"/>
                  <a:pt x="508" y="4531927"/>
                </a:cubicBezTo>
                <a:cubicBezTo>
                  <a:pt x="21145" y="4793865"/>
                  <a:pt x="725995" y="4955790"/>
                  <a:pt x="762508" y="5189152"/>
                </a:cubicBezTo>
                <a:cubicBezTo>
                  <a:pt x="799020" y="5422515"/>
                  <a:pt x="191008" y="5740014"/>
                  <a:pt x="219583" y="5932102"/>
                </a:cubicBezTo>
                <a:cubicBezTo>
                  <a:pt x="248158" y="6124190"/>
                  <a:pt x="881571" y="6197215"/>
                  <a:pt x="933958" y="6341677"/>
                </a:cubicBezTo>
                <a:cubicBezTo>
                  <a:pt x="986345" y="6486139"/>
                  <a:pt x="456121" y="6700452"/>
                  <a:pt x="533908" y="6798877"/>
                </a:cubicBezTo>
                <a:cubicBezTo>
                  <a:pt x="611695" y="6897302"/>
                  <a:pt x="1195896" y="7400539"/>
                  <a:pt x="1400683" y="6932227"/>
                </a:cubicBezTo>
                <a:cubicBezTo>
                  <a:pt x="1605470" y="6463915"/>
                  <a:pt x="1741996" y="4958964"/>
                  <a:pt x="1762633" y="3989002"/>
                </a:cubicBezTo>
                <a:cubicBezTo>
                  <a:pt x="1783270" y="3019040"/>
                  <a:pt x="1575308" y="1760152"/>
                  <a:pt x="1524508" y="1112452"/>
                </a:cubicBezTo>
                <a:cubicBezTo>
                  <a:pt x="1473708" y="464752"/>
                  <a:pt x="1557845" y="283777"/>
                  <a:pt x="1457833" y="102802"/>
                </a:cubicBezTo>
                <a:cubicBezTo>
                  <a:pt x="1357821" y="-78173"/>
                  <a:pt x="1022858" y="34539"/>
                  <a:pt x="924433" y="36127"/>
                </a:cubicBezTo>
                <a:close/>
              </a:path>
            </a:pathLst>
          </a:custGeom>
          <a:solidFill>
            <a:srgbClr val="27AAE1"/>
          </a:solidFill>
          <a:ln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40F1ADF-A7E3-56EE-321E-C298FD6F5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126" y="975214"/>
            <a:ext cx="4917407" cy="5676916"/>
          </a:xfrm>
          <a:prstGeom prst="rect">
            <a:avLst/>
          </a:prstGeom>
          <a:ln>
            <a:solidFill>
              <a:srgbClr val="27AAE1"/>
            </a:solidFill>
          </a:ln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FCED6DB-A025-FA5F-5BDB-45E7A96C4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640" y="1098709"/>
            <a:ext cx="746880" cy="75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4153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EC749-E3A8-14FD-BB91-BD8F52A9F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39D6CA8-ACD0-C831-A0DE-733A145280D8}"/>
              </a:ext>
            </a:extLst>
          </p:cNvPr>
          <p:cNvSpPr txBox="1"/>
          <p:nvPr/>
        </p:nvSpPr>
        <p:spPr>
          <a:xfrm>
            <a:off x="3883342" y="0"/>
            <a:ext cx="442531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dirty="0" err="1">
                <a:latin typeface="Copperplate Gothic Light" panose="020E0507020206020404" pitchFamily="34" charset="0"/>
              </a:rPr>
              <a:t>PyCaret</a:t>
            </a:r>
            <a:r>
              <a:rPr lang="pt-BR" sz="5000" dirty="0">
                <a:latin typeface="Copperplate Gothic Light" panose="020E0507020206020404" pitchFamily="34" charset="0"/>
              </a:rPr>
              <a:t> IDE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7843796-BCAF-1461-3603-5DF38E189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497" y="794436"/>
            <a:ext cx="9985006" cy="5908288"/>
          </a:xfrm>
          <a:prstGeom prst="rect">
            <a:avLst/>
          </a:prstGeom>
        </p:spPr>
      </p:pic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443BC6E7-1118-2707-037C-4A2D6D566FD9}"/>
              </a:ext>
            </a:extLst>
          </p:cNvPr>
          <p:cNvSpPr/>
          <p:nvPr/>
        </p:nvSpPr>
        <p:spPr>
          <a:xfrm>
            <a:off x="-469499" y="-426643"/>
            <a:ext cx="1435717" cy="7861349"/>
          </a:xfrm>
          <a:custGeom>
            <a:avLst/>
            <a:gdLst>
              <a:gd name="csX0" fmla="*/ 391861 w 1435717"/>
              <a:gd name="csY0" fmla="*/ 435269 h 7861349"/>
              <a:gd name="csX1" fmla="*/ 1211371 w 1435717"/>
              <a:gd name="csY1" fmla="*/ 521534 h 7861349"/>
              <a:gd name="csX2" fmla="*/ 1142359 w 1435717"/>
              <a:gd name="csY2" fmla="*/ 918349 h 7861349"/>
              <a:gd name="csX3" fmla="*/ 667907 w 1435717"/>
              <a:gd name="csY3" fmla="*/ 1246152 h 7861349"/>
              <a:gd name="csX4" fmla="*/ 952578 w 1435717"/>
              <a:gd name="csY4" fmla="*/ 1780990 h 7861349"/>
              <a:gd name="csX5" fmla="*/ 1012963 w 1435717"/>
              <a:gd name="csY5" fmla="*/ 1410054 h 7861349"/>
              <a:gd name="csX6" fmla="*/ 1116480 w 1435717"/>
              <a:gd name="csY6" fmla="*/ 1850001 h 7861349"/>
              <a:gd name="csX7" fmla="*/ 754171 w 1435717"/>
              <a:gd name="csY7" fmla="*/ 2358960 h 7861349"/>
              <a:gd name="csX8" fmla="*/ 1228624 w 1435717"/>
              <a:gd name="csY8" fmla="*/ 3385503 h 7861349"/>
              <a:gd name="csX9" fmla="*/ 1090601 w 1435717"/>
              <a:gd name="csY9" fmla="*/ 4558696 h 7861349"/>
              <a:gd name="csX10" fmla="*/ 840435 w 1435717"/>
              <a:gd name="csY10" fmla="*/ 4990017 h 7861349"/>
              <a:gd name="csX11" fmla="*/ 1323514 w 1435717"/>
              <a:gd name="csY11" fmla="*/ 5429964 h 7861349"/>
              <a:gd name="csX12" fmla="*/ 1004337 w 1435717"/>
              <a:gd name="csY12" fmla="*/ 5619745 h 7861349"/>
              <a:gd name="csX13" fmla="*/ 711039 w 1435717"/>
              <a:gd name="csY13" fmla="*/ 6085571 h 7861349"/>
              <a:gd name="csX14" fmla="*/ 702412 w 1435717"/>
              <a:gd name="csY14" fmla="*/ 5800900 h 7861349"/>
              <a:gd name="csX15" fmla="*/ 909446 w 1435717"/>
              <a:gd name="csY15" fmla="*/ 5559360 h 7861349"/>
              <a:gd name="csX16" fmla="*/ 780050 w 1435717"/>
              <a:gd name="csY16" fmla="*/ 5309194 h 7861349"/>
              <a:gd name="csX17" fmla="*/ 590269 w 1435717"/>
              <a:gd name="csY17" fmla="*/ 5533481 h 7861349"/>
              <a:gd name="csX18" fmla="*/ 521257 w 1435717"/>
              <a:gd name="csY18" fmla="*/ 5921669 h 7861349"/>
              <a:gd name="csX19" fmla="*/ 590269 w 1435717"/>
              <a:gd name="csY19" fmla="*/ 6361617 h 7861349"/>
              <a:gd name="csX20" fmla="*/ 1073348 w 1435717"/>
              <a:gd name="csY20" fmla="*/ 6232220 h 7861349"/>
              <a:gd name="csX21" fmla="*/ 1435657 w 1435717"/>
              <a:gd name="csY21" fmla="*/ 6439254 h 7861349"/>
              <a:gd name="csX22" fmla="*/ 1099227 w 1435717"/>
              <a:gd name="csY22" fmla="*/ 6810190 h 7861349"/>
              <a:gd name="csX23" fmla="*/ 745544 w 1435717"/>
              <a:gd name="csY23" fmla="*/ 7112115 h 7861349"/>
              <a:gd name="csX24" fmla="*/ 1073348 w 1435717"/>
              <a:gd name="csY24" fmla="*/ 7198379 h 7861349"/>
              <a:gd name="csX25" fmla="*/ 1064722 w 1435717"/>
              <a:gd name="csY25" fmla="*/ 7345028 h 7861349"/>
              <a:gd name="csX26" fmla="*/ 38178 w 1435717"/>
              <a:gd name="csY26" fmla="*/ 7353654 h 7861349"/>
              <a:gd name="csX27" fmla="*/ 236586 w 1435717"/>
              <a:gd name="csY27" fmla="*/ 538786 h 7861349"/>
              <a:gd name="csX28" fmla="*/ 391861 w 1435717"/>
              <a:gd name="csY28" fmla="*/ 435269 h 78613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1435717" h="7861349">
                <a:moveTo>
                  <a:pt x="391861" y="435269"/>
                </a:moveTo>
                <a:cubicBezTo>
                  <a:pt x="554325" y="432394"/>
                  <a:pt x="1086288" y="441021"/>
                  <a:pt x="1211371" y="521534"/>
                </a:cubicBezTo>
                <a:cubicBezTo>
                  <a:pt x="1336454" y="602047"/>
                  <a:pt x="1232936" y="797580"/>
                  <a:pt x="1142359" y="918349"/>
                </a:cubicBezTo>
                <a:cubicBezTo>
                  <a:pt x="1051782" y="1039118"/>
                  <a:pt x="699537" y="1102379"/>
                  <a:pt x="667907" y="1246152"/>
                </a:cubicBezTo>
                <a:cubicBezTo>
                  <a:pt x="636277" y="1389925"/>
                  <a:pt x="895069" y="1753673"/>
                  <a:pt x="952578" y="1780990"/>
                </a:cubicBezTo>
                <a:cubicBezTo>
                  <a:pt x="1010087" y="1808307"/>
                  <a:pt x="985646" y="1398552"/>
                  <a:pt x="1012963" y="1410054"/>
                </a:cubicBezTo>
                <a:cubicBezTo>
                  <a:pt x="1040280" y="1421556"/>
                  <a:pt x="1159612" y="1691850"/>
                  <a:pt x="1116480" y="1850001"/>
                </a:cubicBezTo>
                <a:cubicBezTo>
                  <a:pt x="1073348" y="2008152"/>
                  <a:pt x="735480" y="2103043"/>
                  <a:pt x="754171" y="2358960"/>
                </a:cubicBezTo>
                <a:cubicBezTo>
                  <a:pt x="772862" y="2614877"/>
                  <a:pt x="1172552" y="3018880"/>
                  <a:pt x="1228624" y="3385503"/>
                </a:cubicBezTo>
                <a:cubicBezTo>
                  <a:pt x="1284696" y="3752126"/>
                  <a:pt x="1155299" y="4291277"/>
                  <a:pt x="1090601" y="4558696"/>
                </a:cubicBezTo>
                <a:cubicBezTo>
                  <a:pt x="1025903" y="4826115"/>
                  <a:pt x="801616" y="4844806"/>
                  <a:pt x="840435" y="4990017"/>
                </a:cubicBezTo>
                <a:cubicBezTo>
                  <a:pt x="879254" y="5135228"/>
                  <a:pt x="1296197" y="5325009"/>
                  <a:pt x="1323514" y="5429964"/>
                </a:cubicBezTo>
                <a:cubicBezTo>
                  <a:pt x="1350831" y="5534919"/>
                  <a:pt x="1106416" y="5510477"/>
                  <a:pt x="1004337" y="5619745"/>
                </a:cubicBezTo>
                <a:cubicBezTo>
                  <a:pt x="902258" y="5729013"/>
                  <a:pt x="761360" y="6055378"/>
                  <a:pt x="711039" y="6085571"/>
                </a:cubicBezTo>
                <a:cubicBezTo>
                  <a:pt x="660718" y="6115764"/>
                  <a:pt x="669344" y="5888602"/>
                  <a:pt x="702412" y="5800900"/>
                </a:cubicBezTo>
                <a:cubicBezTo>
                  <a:pt x="735480" y="5713198"/>
                  <a:pt x="896506" y="5641311"/>
                  <a:pt x="909446" y="5559360"/>
                </a:cubicBezTo>
                <a:cubicBezTo>
                  <a:pt x="922386" y="5477409"/>
                  <a:pt x="833246" y="5313507"/>
                  <a:pt x="780050" y="5309194"/>
                </a:cubicBezTo>
                <a:cubicBezTo>
                  <a:pt x="726854" y="5304881"/>
                  <a:pt x="633401" y="5431402"/>
                  <a:pt x="590269" y="5533481"/>
                </a:cubicBezTo>
                <a:cubicBezTo>
                  <a:pt x="547137" y="5635560"/>
                  <a:pt x="521257" y="5783646"/>
                  <a:pt x="521257" y="5921669"/>
                </a:cubicBezTo>
                <a:cubicBezTo>
                  <a:pt x="521257" y="6059692"/>
                  <a:pt x="498254" y="6309859"/>
                  <a:pt x="590269" y="6361617"/>
                </a:cubicBezTo>
                <a:cubicBezTo>
                  <a:pt x="682284" y="6413376"/>
                  <a:pt x="932450" y="6219281"/>
                  <a:pt x="1073348" y="6232220"/>
                </a:cubicBezTo>
                <a:cubicBezTo>
                  <a:pt x="1214246" y="6245159"/>
                  <a:pt x="1431344" y="6342926"/>
                  <a:pt x="1435657" y="6439254"/>
                </a:cubicBezTo>
                <a:cubicBezTo>
                  <a:pt x="1439970" y="6535582"/>
                  <a:pt x="1214246" y="6698047"/>
                  <a:pt x="1099227" y="6810190"/>
                </a:cubicBezTo>
                <a:cubicBezTo>
                  <a:pt x="984208" y="6922333"/>
                  <a:pt x="749857" y="7047417"/>
                  <a:pt x="745544" y="7112115"/>
                </a:cubicBezTo>
                <a:cubicBezTo>
                  <a:pt x="741231" y="7176813"/>
                  <a:pt x="1020152" y="7159560"/>
                  <a:pt x="1073348" y="7198379"/>
                </a:cubicBezTo>
                <a:cubicBezTo>
                  <a:pt x="1126544" y="7237198"/>
                  <a:pt x="1237250" y="7319149"/>
                  <a:pt x="1064722" y="7345028"/>
                </a:cubicBezTo>
                <a:cubicBezTo>
                  <a:pt x="892194" y="7370907"/>
                  <a:pt x="176201" y="8488027"/>
                  <a:pt x="38178" y="7353654"/>
                </a:cubicBezTo>
                <a:cubicBezTo>
                  <a:pt x="-99845" y="6219281"/>
                  <a:pt x="176201" y="1688975"/>
                  <a:pt x="236586" y="538786"/>
                </a:cubicBezTo>
                <a:cubicBezTo>
                  <a:pt x="296971" y="-611403"/>
                  <a:pt x="229397" y="438144"/>
                  <a:pt x="391861" y="435269"/>
                </a:cubicBezTo>
                <a:close/>
              </a:path>
            </a:pathLst>
          </a:custGeom>
          <a:solidFill>
            <a:srgbClr val="27AAE1"/>
          </a:solidFill>
          <a:ln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2921076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42607-A700-C9F0-EAEA-BC8FE7E7D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FD61D7C4-24C6-563F-F611-8CE93D5C81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4"/>
          <a:stretch>
            <a:fillRect/>
          </a:stretch>
        </p:blipFill>
        <p:spPr>
          <a:xfrm>
            <a:off x="1103497" y="794436"/>
            <a:ext cx="10499032" cy="400401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ADF2BA3-5A8B-7D4D-9759-BA136F591CC5}"/>
              </a:ext>
            </a:extLst>
          </p:cNvPr>
          <p:cNvSpPr txBox="1"/>
          <p:nvPr/>
        </p:nvSpPr>
        <p:spPr>
          <a:xfrm>
            <a:off x="3883342" y="0"/>
            <a:ext cx="442531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dirty="0" err="1">
                <a:latin typeface="Copperplate Gothic Light" panose="020E0507020206020404" pitchFamily="34" charset="0"/>
              </a:rPr>
              <a:t>PyCaret</a:t>
            </a:r>
            <a:r>
              <a:rPr lang="pt-BR" sz="5000" dirty="0">
                <a:latin typeface="Copperplate Gothic Light" panose="020E0507020206020404" pitchFamily="34" charset="0"/>
              </a:rPr>
              <a:t> IDE</a:t>
            </a:r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124D794A-9357-D189-485C-8C4572EE366D}"/>
              </a:ext>
            </a:extLst>
          </p:cNvPr>
          <p:cNvSpPr/>
          <p:nvPr/>
        </p:nvSpPr>
        <p:spPr>
          <a:xfrm>
            <a:off x="-469499" y="-426643"/>
            <a:ext cx="1435717" cy="7861349"/>
          </a:xfrm>
          <a:custGeom>
            <a:avLst/>
            <a:gdLst>
              <a:gd name="csX0" fmla="*/ 391861 w 1435717"/>
              <a:gd name="csY0" fmla="*/ 435269 h 7861349"/>
              <a:gd name="csX1" fmla="*/ 1211371 w 1435717"/>
              <a:gd name="csY1" fmla="*/ 521534 h 7861349"/>
              <a:gd name="csX2" fmla="*/ 1142359 w 1435717"/>
              <a:gd name="csY2" fmla="*/ 918349 h 7861349"/>
              <a:gd name="csX3" fmla="*/ 667907 w 1435717"/>
              <a:gd name="csY3" fmla="*/ 1246152 h 7861349"/>
              <a:gd name="csX4" fmla="*/ 952578 w 1435717"/>
              <a:gd name="csY4" fmla="*/ 1780990 h 7861349"/>
              <a:gd name="csX5" fmla="*/ 1012963 w 1435717"/>
              <a:gd name="csY5" fmla="*/ 1410054 h 7861349"/>
              <a:gd name="csX6" fmla="*/ 1116480 w 1435717"/>
              <a:gd name="csY6" fmla="*/ 1850001 h 7861349"/>
              <a:gd name="csX7" fmla="*/ 754171 w 1435717"/>
              <a:gd name="csY7" fmla="*/ 2358960 h 7861349"/>
              <a:gd name="csX8" fmla="*/ 1228624 w 1435717"/>
              <a:gd name="csY8" fmla="*/ 3385503 h 7861349"/>
              <a:gd name="csX9" fmla="*/ 1090601 w 1435717"/>
              <a:gd name="csY9" fmla="*/ 4558696 h 7861349"/>
              <a:gd name="csX10" fmla="*/ 840435 w 1435717"/>
              <a:gd name="csY10" fmla="*/ 4990017 h 7861349"/>
              <a:gd name="csX11" fmla="*/ 1323514 w 1435717"/>
              <a:gd name="csY11" fmla="*/ 5429964 h 7861349"/>
              <a:gd name="csX12" fmla="*/ 1004337 w 1435717"/>
              <a:gd name="csY12" fmla="*/ 5619745 h 7861349"/>
              <a:gd name="csX13" fmla="*/ 711039 w 1435717"/>
              <a:gd name="csY13" fmla="*/ 6085571 h 7861349"/>
              <a:gd name="csX14" fmla="*/ 702412 w 1435717"/>
              <a:gd name="csY14" fmla="*/ 5800900 h 7861349"/>
              <a:gd name="csX15" fmla="*/ 909446 w 1435717"/>
              <a:gd name="csY15" fmla="*/ 5559360 h 7861349"/>
              <a:gd name="csX16" fmla="*/ 780050 w 1435717"/>
              <a:gd name="csY16" fmla="*/ 5309194 h 7861349"/>
              <a:gd name="csX17" fmla="*/ 590269 w 1435717"/>
              <a:gd name="csY17" fmla="*/ 5533481 h 7861349"/>
              <a:gd name="csX18" fmla="*/ 521257 w 1435717"/>
              <a:gd name="csY18" fmla="*/ 5921669 h 7861349"/>
              <a:gd name="csX19" fmla="*/ 590269 w 1435717"/>
              <a:gd name="csY19" fmla="*/ 6361617 h 7861349"/>
              <a:gd name="csX20" fmla="*/ 1073348 w 1435717"/>
              <a:gd name="csY20" fmla="*/ 6232220 h 7861349"/>
              <a:gd name="csX21" fmla="*/ 1435657 w 1435717"/>
              <a:gd name="csY21" fmla="*/ 6439254 h 7861349"/>
              <a:gd name="csX22" fmla="*/ 1099227 w 1435717"/>
              <a:gd name="csY22" fmla="*/ 6810190 h 7861349"/>
              <a:gd name="csX23" fmla="*/ 745544 w 1435717"/>
              <a:gd name="csY23" fmla="*/ 7112115 h 7861349"/>
              <a:gd name="csX24" fmla="*/ 1073348 w 1435717"/>
              <a:gd name="csY24" fmla="*/ 7198379 h 7861349"/>
              <a:gd name="csX25" fmla="*/ 1064722 w 1435717"/>
              <a:gd name="csY25" fmla="*/ 7345028 h 7861349"/>
              <a:gd name="csX26" fmla="*/ 38178 w 1435717"/>
              <a:gd name="csY26" fmla="*/ 7353654 h 7861349"/>
              <a:gd name="csX27" fmla="*/ 236586 w 1435717"/>
              <a:gd name="csY27" fmla="*/ 538786 h 7861349"/>
              <a:gd name="csX28" fmla="*/ 391861 w 1435717"/>
              <a:gd name="csY28" fmla="*/ 435269 h 78613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1435717" h="7861349">
                <a:moveTo>
                  <a:pt x="391861" y="435269"/>
                </a:moveTo>
                <a:cubicBezTo>
                  <a:pt x="554325" y="432394"/>
                  <a:pt x="1086288" y="441021"/>
                  <a:pt x="1211371" y="521534"/>
                </a:cubicBezTo>
                <a:cubicBezTo>
                  <a:pt x="1336454" y="602047"/>
                  <a:pt x="1232936" y="797580"/>
                  <a:pt x="1142359" y="918349"/>
                </a:cubicBezTo>
                <a:cubicBezTo>
                  <a:pt x="1051782" y="1039118"/>
                  <a:pt x="699537" y="1102379"/>
                  <a:pt x="667907" y="1246152"/>
                </a:cubicBezTo>
                <a:cubicBezTo>
                  <a:pt x="636277" y="1389925"/>
                  <a:pt x="895069" y="1753673"/>
                  <a:pt x="952578" y="1780990"/>
                </a:cubicBezTo>
                <a:cubicBezTo>
                  <a:pt x="1010087" y="1808307"/>
                  <a:pt x="985646" y="1398552"/>
                  <a:pt x="1012963" y="1410054"/>
                </a:cubicBezTo>
                <a:cubicBezTo>
                  <a:pt x="1040280" y="1421556"/>
                  <a:pt x="1159612" y="1691850"/>
                  <a:pt x="1116480" y="1850001"/>
                </a:cubicBezTo>
                <a:cubicBezTo>
                  <a:pt x="1073348" y="2008152"/>
                  <a:pt x="735480" y="2103043"/>
                  <a:pt x="754171" y="2358960"/>
                </a:cubicBezTo>
                <a:cubicBezTo>
                  <a:pt x="772862" y="2614877"/>
                  <a:pt x="1172552" y="3018880"/>
                  <a:pt x="1228624" y="3385503"/>
                </a:cubicBezTo>
                <a:cubicBezTo>
                  <a:pt x="1284696" y="3752126"/>
                  <a:pt x="1155299" y="4291277"/>
                  <a:pt x="1090601" y="4558696"/>
                </a:cubicBezTo>
                <a:cubicBezTo>
                  <a:pt x="1025903" y="4826115"/>
                  <a:pt x="801616" y="4844806"/>
                  <a:pt x="840435" y="4990017"/>
                </a:cubicBezTo>
                <a:cubicBezTo>
                  <a:pt x="879254" y="5135228"/>
                  <a:pt x="1296197" y="5325009"/>
                  <a:pt x="1323514" y="5429964"/>
                </a:cubicBezTo>
                <a:cubicBezTo>
                  <a:pt x="1350831" y="5534919"/>
                  <a:pt x="1106416" y="5510477"/>
                  <a:pt x="1004337" y="5619745"/>
                </a:cubicBezTo>
                <a:cubicBezTo>
                  <a:pt x="902258" y="5729013"/>
                  <a:pt x="761360" y="6055378"/>
                  <a:pt x="711039" y="6085571"/>
                </a:cubicBezTo>
                <a:cubicBezTo>
                  <a:pt x="660718" y="6115764"/>
                  <a:pt x="669344" y="5888602"/>
                  <a:pt x="702412" y="5800900"/>
                </a:cubicBezTo>
                <a:cubicBezTo>
                  <a:pt x="735480" y="5713198"/>
                  <a:pt x="896506" y="5641311"/>
                  <a:pt x="909446" y="5559360"/>
                </a:cubicBezTo>
                <a:cubicBezTo>
                  <a:pt x="922386" y="5477409"/>
                  <a:pt x="833246" y="5313507"/>
                  <a:pt x="780050" y="5309194"/>
                </a:cubicBezTo>
                <a:cubicBezTo>
                  <a:pt x="726854" y="5304881"/>
                  <a:pt x="633401" y="5431402"/>
                  <a:pt x="590269" y="5533481"/>
                </a:cubicBezTo>
                <a:cubicBezTo>
                  <a:pt x="547137" y="5635560"/>
                  <a:pt x="521257" y="5783646"/>
                  <a:pt x="521257" y="5921669"/>
                </a:cubicBezTo>
                <a:cubicBezTo>
                  <a:pt x="521257" y="6059692"/>
                  <a:pt x="498254" y="6309859"/>
                  <a:pt x="590269" y="6361617"/>
                </a:cubicBezTo>
                <a:cubicBezTo>
                  <a:pt x="682284" y="6413376"/>
                  <a:pt x="932450" y="6219281"/>
                  <a:pt x="1073348" y="6232220"/>
                </a:cubicBezTo>
                <a:cubicBezTo>
                  <a:pt x="1214246" y="6245159"/>
                  <a:pt x="1431344" y="6342926"/>
                  <a:pt x="1435657" y="6439254"/>
                </a:cubicBezTo>
                <a:cubicBezTo>
                  <a:pt x="1439970" y="6535582"/>
                  <a:pt x="1214246" y="6698047"/>
                  <a:pt x="1099227" y="6810190"/>
                </a:cubicBezTo>
                <a:cubicBezTo>
                  <a:pt x="984208" y="6922333"/>
                  <a:pt x="749857" y="7047417"/>
                  <a:pt x="745544" y="7112115"/>
                </a:cubicBezTo>
                <a:cubicBezTo>
                  <a:pt x="741231" y="7176813"/>
                  <a:pt x="1020152" y="7159560"/>
                  <a:pt x="1073348" y="7198379"/>
                </a:cubicBezTo>
                <a:cubicBezTo>
                  <a:pt x="1126544" y="7237198"/>
                  <a:pt x="1237250" y="7319149"/>
                  <a:pt x="1064722" y="7345028"/>
                </a:cubicBezTo>
                <a:cubicBezTo>
                  <a:pt x="892194" y="7370907"/>
                  <a:pt x="176201" y="8488027"/>
                  <a:pt x="38178" y="7353654"/>
                </a:cubicBezTo>
                <a:cubicBezTo>
                  <a:pt x="-99845" y="6219281"/>
                  <a:pt x="176201" y="1688975"/>
                  <a:pt x="236586" y="538786"/>
                </a:cubicBezTo>
                <a:cubicBezTo>
                  <a:pt x="296971" y="-611403"/>
                  <a:pt x="229397" y="438144"/>
                  <a:pt x="391861" y="435269"/>
                </a:cubicBezTo>
                <a:close/>
              </a:path>
            </a:pathLst>
          </a:custGeom>
          <a:solidFill>
            <a:srgbClr val="27AAE1"/>
          </a:solidFill>
          <a:ln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2418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2CC38-2A05-4904-5F47-C37FE776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3F0EF28C-AE81-8BDB-73AD-C45B878D3B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5"/>
          <a:stretch>
            <a:fillRect/>
          </a:stretch>
        </p:blipFill>
        <p:spPr>
          <a:xfrm>
            <a:off x="1103497" y="794436"/>
            <a:ext cx="9714028" cy="5867185"/>
          </a:xfrm>
          <a:prstGeom prst="rect">
            <a:avLst/>
          </a:prstGeom>
        </p:spPr>
      </p:pic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7955850A-6C09-6709-C71B-05C1504D3EA8}"/>
              </a:ext>
            </a:extLst>
          </p:cNvPr>
          <p:cNvSpPr/>
          <p:nvPr/>
        </p:nvSpPr>
        <p:spPr>
          <a:xfrm>
            <a:off x="-469499" y="-426643"/>
            <a:ext cx="1435717" cy="7861349"/>
          </a:xfrm>
          <a:custGeom>
            <a:avLst/>
            <a:gdLst>
              <a:gd name="csX0" fmla="*/ 391861 w 1435717"/>
              <a:gd name="csY0" fmla="*/ 435269 h 7861349"/>
              <a:gd name="csX1" fmla="*/ 1211371 w 1435717"/>
              <a:gd name="csY1" fmla="*/ 521534 h 7861349"/>
              <a:gd name="csX2" fmla="*/ 1142359 w 1435717"/>
              <a:gd name="csY2" fmla="*/ 918349 h 7861349"/>
              <a:gd name="csX3" fmla="*/ 667907 w 1435717"/>
              <a:gd name="csY3" fmla="*/ 1246152 h 7861349"/>
              <a:gd name="csX4" fmla="*/ 952578 w 1435717"/>
              <a:gd name="csY4" fmla="*/ 1780990 h 7861349"/>
              <a:gd name="csX5" fmla="*/ 1012963 w 1435717"/>
              <a:gd name="csY5" fmla="*/ 1410054 h 7861349"/>
              <a:gd name="csX6" fmla="*/ 1116480 w 1435717"/>
              <a:gd name="csY6" fmla="*/ 1850001 h 7861349"/>
              <a:gd name="csX7" fmla="*/ 754171 w 1435717"/>
              <a:gd name="csY7" fmla="*/ 2358960 h 7861349"/>
              <a:gd name="csX8" fmla="*/ 1228624 w 1435717"/>
              <a:gd name="csY8" fmla="*/ 3385503 h 7861349"/>
              <a:gd name="csX9" fmla="*/ 1090601 w 1435717"/>
              <a:gd name="csY9" fmla="*/ 4558696 h 7861349"/>
              <a:gd name="csX10" fmla="*/ 840435 w 1435717"/>
              <a:gd name="csY10" fmla="*/ 4990017 h 7861349"/>
              <a:gd name="csX11" fmla="*/ 1323514 w 1435717"/>
              <a:gd name="csY11" fmla="*/ 5429964 h 7861349"/>
              <a:gd name="csX12" fmla="*/ 1004337 w 1435717"/>
              <a:gd name="csY12" fmla="*/ 5619745 h 7861349"/>
              <a:gd name="csX13" fmla="*/ 711039 w 1435717"/>
              <a:gd name="csY13" fmla="*/ 6085571 h 7861349"/>
              <a:gd name="csX14" fmla="*/ 702412 w 1435717"/>
              <a:gd name="csY14" fmla="*/ 5800900 h 7861349"/>
              <a:gd name="csX15" fmla="*/ 909446 w 1435717"/>
              <a:gd name="csY15" fmla="*/ 5559360 h 7861349"/>
              <a:gd name="csX16" fmla="*/ 780050 w 1435717"/>
              <a:gd name="csY16" fmla="*/ 5309194 h 7861349"/>
              <a:gd name="csX17" fmla="*/ 590269 w 1435717"/>
              <a:gd name="csY17" fmla="*/ 5533481 h 7861349"/>
              <a:gd name="csX18" fmla="*/ 521257 w 1435717"/>
              <a:gd name="csY18" fmla="*/ 5921669 h 7861349"/>
              <a:gd name="csX19" fmla="*/ 590269 w 1435717"/>
              <a:gd name="csY19" fmla="*/ 6361617 h 7861349"/>
              <a:gd name="csX20" fmla="*/ 1073348 w 1435717"/>
              <a:gd name="csY20" fmla="*/ 6232220 h 7861349"/>
              <a:gd name="csX21" fmla="*/ 1435657 w 1435717"/>
              <a:gd name="csY21" fmla="*/ 6439254 h 7861349"/>
              <a:gd name="csX22" fmla="*/ 1099227 w 1435717"/>
              <a:gd name="csY22" fmla="*/ 6810190 h 7861349"/>
              <a:gd name="csX23" fmla="*/ 745544 w 1435717"/>
              <a:gd name="csY23" fmla="*/ 7112115 h 7861349"/>
              <a:gd name="csX24" fmla="*/ 1073348 w 1435717"/>
              <a:gd name="csY24" fmla="*/ 7198379 h 7861349"/>
              <a:gd name="csX25" fmla="*/ 1064722 w 1435717"/>
              <a:gd name="csY25" fmla="*/ 7345028 h 7861349"/>
              <a:gd name="csX26" fmla="*/ 38178 w 1435717"/>
              <a:gd name="csY26" fmla="*/ 7353654 h 7861349"/>
              <a:gd name="csX27" fmla="*/ 236586 w 1435717"/>
              <a:gd name="csY27" fmla="*/ 538786 h 7861349"/>
              <a:gd name="csX28" fmla="*/ 391861 w 1435717"/>
              <a:gd name="csY28" fmla="*/ 435269 h 78613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1435717" h="7861349">
                <a:moveTo>
                  <a:pt x="391861" y="435269"/>
                </a:moveTo>
                <a:cubicBezTo>
                  <a:pt x="554325" y="432394"/>
                  <a:pt x="1086288" y="441021"/>
                  <a:pt x="1211371" y="521534"/>
                </a:cubicBezTo>
                <a:cubicBezTo>
                  <a:pt x="1336454" y="602047"/>
                  <a:pt x="1232936" y="797580"/>
                  <a:pt x="1142359" y="918349"/>
                </a:cubicBezTo>
                <a:cubicBezTo>
                  <a:pt x="1051782" y="1039118"/>
                  <a:pt x="699537" y="1102379"/>
                  <a:pt x="667907" y="1246152"/>
                </a:cubicBezTo>
                <a:cubicBezTo>
                  <a:pt x="636277" y="1389925"/>
                  <a:pt x="895069" y="1753673"/>
                  <a:pt x="952578" y="1780990"/>
                </a:cubicBezTo>
                <a:cubicBezTo>
                  <a:pt x="1010087" y="1808307"/>
                  <a:pt x="985646" y="1398552"/>
                  <a:pt x="1012963" y="1410054"/>
                </a:cubicBezTo>
                <a:cubicBezTo>
                  <a:pt x="1040280" y="1421556"/>
                  <a:pt x="1159612" y="1691850"/>
                  <a:pt x="1116480" y="1850001"/>
                </a:cubicBezTo>
                <a:cubicBezTo>
                  <a:pt x="1073348" y="2008152"/>
                  <a:pt x="735480" y="2103043"/>
                  <a:pt x="754171" y="2358960"/>
                </a:cubicBezTo>
                <a:cubicBezTo>
                  <a:pt x="772862" y="2614877"/>
                  <a:pt x="1172552" y="3018880"/>
                  <a:pt x="1228624" y="3385503"/>
                </a:cubicBezTo>
                <a:cubicBezTo>
                  <a:pt x="1284696" y="3752126"/>
                  <a:pt x="1155299" y="4291277"/>
                  <a:pt x="1090601" y="4558696"/>
                </a:cubicBezTo>
                <a:cubicBezTo>
                  <a:pt x="1025903" y="4826115"/>
                  <a:pt x="801616" y="4844806"/>
                  <a:pt x="840435" y="4990017"/>
                </a:cubicBezTo>
                <a:cubicBezTo>
                  <a:pt x="879254" y="5135228"/>
                  <a:pt x="1296197" y="5325009"/>
                  <a:pt x="1323514" y="5429964"/>
                </a:cubicBezTo>
                <a:cubicBezTo>
                  <a:pt x="1350831" y="5534919"/>
                  <a:pt x="1106416" y="5510477"/>
                  <a:pt x="1004337" y="5619745"/>
                </a:cubicBezTo>
                <a:cubicBezTo>
                  <a:pt x="902258" y="5729013"/>
                  <a:pt x="761360" y="6055378"/>
                  <a:pt x="711039" y="6085571"/>
                </a:cubicBezTo>
                <a:cubicBezTo>
                  <a:pt x="660718" y="6115764"/>
                  <a:pt x="669344" y="5888602"/>
                  <a:pt x="702412" y="5800900"/>
                </a:cubicBezTo>
                <a:cubicBezTo>
                  <a:pt x="735480" y="5713198"/>
                  <a:pt x="896506" y="5641311"/>
                  <a:pt x="909446" y="5559360"/>
                </a:cubicBezTo>
                <a:cubicBezTo>
                  <a:pt x="922386" y="5477409"/>
                  <a:pt x="833246" y="5313507"/>
                  <a:pt x="780050" y="5309194"/>
                </a:cubicBezTo>
                <a:cubicBezTo>
                  <a:pt x="726854" y="5304881"/>
                  <a:pt x="633401" y="5431402"/>
                  <a:pt x="590269" y="5533481"/>
                </a:cubicBezTo>
                <a:cubicBezTo>
                  <a:pt x="547137" y="5635560"/>
                  <a:pt x="521257" y="5783646"/>
                  <a:pt x="521257" y="5921669"/>
                </a:cubicBezTo>
                <a:cubicBezTo>
                  <a:pt x="521257" y="6059692"/>
                  <a:pt x="498254" y="6309859"/>
                  <a:pt x="590269" y="6361617"/>
                </a:cubicBezTo>
                <a:cubicBezTo>
                  <a:pt x="682284" y="6413376"/>
                  <a:pt x="932450" y="6219281"/>
                  <a:pt x="1073348" y="6232220"/>
                </a:cubicBezTo>
                <a:cubicBezTo>
                  <a:pt x="1214246" y="6245159"/>
                  <a:pt x="1431344" y="6342926"/>
                  <a:pt x="1435657" y="6439254"/>
                </a:cubicBezTo>
                <a:cubicBezTo>
                  <a:pt x="1439970" y="6535582"/>
                  <a:pt x="1214246" y="6698047"/>
                  <a:pt x="1099227" y="6810190"/>
                </a:cubicBezTo>
                <a:cubicBezTo>
                  <a:pt x="984208" y="6922333"/>
                  <a:pt x="749857" y="7047417"/>
                  <a:pt x="745544" y="7112115"/>
                </a:cubicBezTo>
                <a:cubicBezTo>
                  <a:pt x="741231" y="7176813"/>
                  <a:pt x="1020152" y="7159560"/>
                  <a:pt x="1073348" y="7198379"/>
                </a:cubicBezTo>
                <a:cubicBezTo>
                  <a:pt x="1126544" y="7237198"/>
                  <a:pt x="1237250" y="7319149"/>
                  <a:pt x="1064722" y="7345028"/>
                </a:cubicBezTo>
                <a:cubicBezTo>
                  <a:pt x="892194" y="7370907"/>
                  <a:pt x="176201" y="8488027"/>
                  <a:pt x="38178" y="7353654"/>
                </a:cubicBezTo>
                <a:cubicBezTo>
                  <a:pt x="-99845" y="6219281"/>
                  <a:pt x="176201" y="1688975"/>
                  <a:pt x="236586" y="538786"/>
                </a:cubicBezTo>
                <a:cubicBezTo>
                  <a:pt x="296971" y="-611403"/>
                  <a:pt x="229397" y="438144"/>
                  <a:pt x="391861" y="435269"/>
                </a:cubicBezTo>
                <a:close/>
              </a:path>
            </a:pathLst>
          </a:custGeom>
          <a:solidFill>
            <a:srgbClr val="27AAE1"/>
          </a:solidFill>
          <a:ln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34AF485-571E-1B30-B0CC-74FE051B1043}"/>
              </a:ext>
            </a:extLst>
          </p:cNvPr>
          <p:cNvSpPr txBox="1"/>
          <p:nvPr/>
        </p:nvSpPr>
        <p:spPr>
          <a:xfrm>
            <a:off x="3883342" y="0"/>
            <a:ext cx="442531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dirty="0" err="1">
                <a:latin typeface="Copperplate Gothic Light" panose="020E0507020206020404" pitchFamily="34" charset="0"/>
              </a:rPr>
              <a:t>PyCaret</a:t>
            </a:r>
            <a:r>
              <a:rPr lang="pt-BR" sz="5000" dirty="0">
                <a:latin typeface="Copperplate Gothic Light" panose="020E0507020206020404" pitchFamily="34" charset="0"/>
              </a:rPr>
              <a:t> IDE</a:t>
            </a:r>
          </a:p>
        </p:txBody>
      </p:sp>
    </p:spTree>
    <p:extLst>
      <p:ext uri="{BB962C8B-B14F-4D97-AF65-F5344CB8AC3E}">
        <p14:creationId xmlns:p14="http://schemas.microsoft.com/office/powerpoint/2010/main" val="3243081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86816-7832-63FE-BE4C-34CAFDE19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E53FE33-034B-22A5-0269-85EA2AFFE9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9" r="21530" b="28068"/>
          <a:stretch>
            <a:fillRect/>
          </a:stretch>
        </p:blipFill>
        <p:spPr>
          <a:xfrm>
            <a:off x="1103496" y="782810"/>
            <a:ext cx="9985006" cy="5878811"/>
          </a:xfrm>
          <a:prstGeom prst="rect">
            <a:avLst/>
          </a:prstGeom>
        </p:spPr>
      </p:pic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F1F0D8AE-21E3-898A-CB5B-69AC2CB75C9B}"/>
              </a:ext>
            </a:extLst>
          </p:cNvPr>
          <p:cNvSpPr/>
          <p:nvPr/>
        </p:nvSpPr>
        <p:spPr>
          <a:xfrm>
            <a:off x="-469499" y="-426643"/>
            <a:ext cx="1435717" cy="7861349"/>
          </a:xfrm>
          <a:custGeom>
            <a:avLst/>
            <a:gdLst>
              <a:gd name="csX0" fmla="*/ 391861 w 1435717"/>
              <a:gd name="csY0" fmla="*/ 435269 h 7861349"/>
              <a:gd name="csX1" fmla="*/ 1211371 w 1435717"/>
              <a:gd name="csY1" fmla="*/ 521534 h 7861349"/>
              <a:gd name="csX2" fmla="*/ 1142359 w 1435717"/>
              <a:gd name="csY2" fmla="*/ 918349 h 7861349"/>
              <a:gd name="csX3" fmla="*/ 667907 w 1435717"/>
              <a:gd name="csY3" fmla="*/ 1246152 h 7861349"/>
              <a:gd name="csX4" fmla="*/ 952578 w 1435717"/>
              <a:gd name="csY4" fmla="*/ 1780990 h 7861349"/>
              <a:gd name="csX5" fmla="*/ 1012963 w 1435717"/>
              <a:gd name="csY5" fmla="*/ 1410054 h 7861349"/>
              <a:gd name="csX6" fmla="*/ 1116480 w 1435717"/>
              <a:gd name="csY6" fmla="*/ 1850001 h 7861349"/>
              <a:gd name="csX7" fmla="*/ 754171 w 1435717"/>
              <a:gd name="csY7" fmla="*/ 2358960 h 7861349"/>
              <a:gd name="csX8" fmla="*/ 1228624 w 1435717"/>
              <a:gd name="csY8" fmla="*/ 3385503 h 7861349"/>
              <a:gd name="csX9" fmla="*/ 1090601 w 1435717"/>
              <a:gd name="csY9" fmla="*/ 4558696 h 7861349"/>
              <a:gd name="csX10" fmla="*/ 840435 w 1435717"/>
              <a:gd name="csY10" fmla="*/ 4990017 h 7861349"/>
              <a:gd name="csX11" fmla="*/ 1323514 w 1435717"/>
              <a:gd name="csY11" fmla="*/ 5429964 h 7861349"/>
              <a:gd name="csX12" fmla="*/ 1004337 w 1435717"/>
              <a:gd name="csY12" fmla="*/ 5619745 h 7861349"/>
              <a:gd name="csX13" fmla="*/ 711039 w 1435717"/>
              <a:gd name="csY13" fmla="*/ 6085571 h 7861349"/>
              <a:gd name="csX14" fmla="*/ 702412 w 1435717"/>
              <a:gd name="csY14" fmla="*/ 5800900 h 7861349"/>
              <a:gd name="csX15" fmla="*/ 909446 w 1435717"/>
              <a:gd name="csY15" fmla="*/ 5559360 h 7861349"/>
              <a:gd name="csX16" fmla="*/ 780050 w 1435717"/>
              <a:gd name="csY16" fmla="*/ 5309194 h 7861349"/>
              <a:gd name="csX17" fmla="*/ 590269 w 1435717"/>
              <a:gd name="csY17" fmla="*/ 5533481 h 7861349"/>
              <a:gd name="csX18" fmla="*/ 521257 w 1435717"/>
              <a:gd name="csY18" fmla="*/ 5921669 h 7861349"/>
              <a:gd name="csX19" fmla="*/ 590269 w 1435717"/>
              <a:gd name="csY19" fmla="*/ 6361617 h 7861349"/>
              <a:gd name="csX20" fmla="*/ 1073348 w 1435717"/>
              <a:gd name="csY20" fmla="*/ 6232220 h 7861349"/>
              <a:gd name="csX21" fmla="*/ 1435657 w 1435717"/>
              <a:gd name="csY21" fmla="*/ 6439254 h 7861349"/>
              <a:gd name="csX22" fmla="*/ 1099227 w 1435717"/>
              <a:gd name="csY22" fmla="*/ 6810190 h 7861349"/>
              <a:gd name="csX23" fmla="*/ 745544 w 1435717"/>
              <a:gd name="csY23" fmla="*/ 7112115 h 7861349"/>
              <a:gd name="csX24" fmla="*/ 1073348 w 1435717"/>
              <a:gd name="csY24" fmla="*/ 7198379 h 7861349"/>
              <a:gd name="csX25" fmla="*/ 1064722 w 1435717"/>
              <a:gd name="csY25" fmla="*/ 7345028 h 7861349"/>
              <a:gd name="csX26" fmla="*/ 38178 w 1435717"/>
              <a:gd name="csY26" fmla="*/ 7353654 h 7861349"/>
              <a:gd name="csX27" fmla="*/ 236586 w 1435717"/>
              <a:gd name="csY27" fmla="*/ 538786 h 7861349"/>
              <a:gd name="csX28" fmla="*/ 391861 w 1435717"/>
              <a:gd name="csY28" fmla="*/ 435269 h 78613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1435717" h="7861349">
                <a:moveTo>
                  <a:pt x="391861" y="435269"/>
                </a:moveTo>
                <a:cubicBezTo>
                  <a:pt x="554325" y="432394"/>
                  <a:pt x="1086288" y="441021"/>
                  <a:pt x="1211371" y="521534"/>
                </a:cubicBezTo>
                <a:cubicBezTo>
                  <a:pt x="1336454" y="602047"/>
                  <a:pt x="1232936" y="797580"/>
                  <a:pt x="1142359" y="918349"/>
                </a:cubicBezTo>
                <a:cubicBezTo>
                  <a:pt x="1051782" y="1039118"/>
                  <a:pt x="699537" y="1102379"/>
                  <a:pt x="667907" y="1246152"/>
                </a:cubicBezTo>
                <a:cubicBezTo>
                  <a:pt x="636277" y="1389925"/>
                  <a:pt x="895069" y="1753673"/>
                  <a:pt x="952578" y="1780990"/>
                </a:cubicBezTo>
                <a:cubicBezTo>
                  <a:pt x="1010087" y="1808307"/>
                  <a:pt x="985646" y="1398552"/>
                  <a:pt x="1012963" y="1410054"/>
                </a:cubicBezTo>
                <a:cubicBezTo>
                  <a:pt x="1040280" y="1421556"/>
                  <a:pt x="1159612" y="1691850"/>
                  <a:pt x="1116480" y="1850001"/>
                </a:cubicBezTo>
                <a:cubicBezTo>
                  <a:pt x="1073348" y="2008152"/>
                  <a:pt x="735480" y="2103043"/>
                  <a:pt x="754171" y="2358960"/>
                </a:cubicBezTo>
                <a:cubicBezTo>
                  <a:pt x="772862" y="2614877"/>
                  <a:pt x="1172552" y="3018880"/>
                  <a:pt x="1228624" y="3385503"/>
                </a:cubicBezTo>
                <a:cubicBezTo>
                  <a:pt x="1284696" y="3752126"/>
                  <a:pt x="1155299" y="4291277"/>
                  <a:pt x="1090601" y="4558696"/>
                </a:cubicBezTo>
                <a:cubicBezTo>
                  <a:pt x="1025903" y="4826115"/>
                  <a:pt x="801616" y="4844806"/>
                  <a:pt x="840435" y="4990017"/>
                </a:cubicBezTo>
                <a:cubicBezTo>
                  <a:pt x="879254" y="5135228"/>
                  <a:pt x="1296197" y="5325009"/>
                  <a:pt x="1323514" y="5429964"/>
                </a:cubicBezTo>
                <a:cubicBezTo>
                  <a:pt x="1350831" y="5534919"/>
                  <a:pt x="1106416" y="5510477"/>
                  <a:pt x="1004337" y="5619745"/>
                </a:cubicBezTo>
                <a:cubicBezTo>
                  <a:pt x="902258" y="5729013"/>
                  <a:pt x="761360" y="6055378"/>
                  <a:pt x="711039" y="6085571"/>
                </a:cubicBezTo>
                <a:cubicBezTo>
                  <a:pt x="660718" y="6115764"/>
                  <a:pt x="669344" y="5888602"/>
                  <a:pt x="702412" y="5800900"/>
                </a:cubicBezTo>
                <a:cubicBezTo>
                  <a:pt x="735480" y="5713198"/>
                  <a:pt x="896506" y="5641311"/>
                  <a:pt x="909446" y="5559360"/>
                </a:cubicBezTo>
                <a:cubicBezTo>
                  <a:pt x="922386" y="5477409"/>
                  <a:pt x="833246" y="5313507"/>
                  <a:pt x="780050" y="5309194"/>
                </a:cubicBezTo>
                <a:cubicBezTo>
                  <a:pt x="726854" y="5304881"/>
                  <a:pt x="633401" y="5431402"/>
                  <a:pt x="590269" y="5533481"/>
                </a:cubicBezTo>
                <a:cubicBezTo>
                  <a:pt x="547137" y="5635560"/>
                  <a:pt x="521257" y="5783646"/>
                  <a:pt x="521257" y="5921669"/>
                </a:cubicBezTo>
                <a:cubicBezTo>
                  <a:pt x="521257" y="6059692"/>
                  <a:pt x="498254" y="6309859"/>
                  <a:pt x="590269" y="6361617"/>
                </a:cubicBezTo>
                <a:cubicBezTo>
                  <a:pt x="682284" y="6413376"/>
                  <a:pt x="932450" y="6219281"/>
                  <a:pt x="1073348" y="6232220"/>
                </a:cubicBezTo>
                <a:cubicBezTo>
                  <a:pt x="1214246" y="6245159"/>
                  <a:pt x="1431344" y="6342926"/>
                  <a:pt x="1435657" y="6439254"/>
                </a:cubicBezTo>
                <a:cubicBezTo>
                  <a:pt x="1439970" y="6535582"/>
                  <a:pt x="1214246" y="6698047"/>
                  <a:pt x="1099227" y="6810190"/>
                </a:cubicBezTo>
                <a:cubicBezTo>
                  <a:pt x="984208" y="6922333"/>
                  <a:pt x="749857" y="7047417"/>
                  <a:pt x="745544" y="7112115"/>
                </a:cubicBezTo>
                <a:cubicBezTo>
                  <a:pt x="741231" y="7176813"/>
                  <a:pt x="1020152" y="7159560"/>
                  <a:pt x="1073348" y="7198379"/>
                </a:cubicBezTo>
                <a:cubicBezTo>
                  <a:pt x="1126544" y="7237198"/>
                  <a:pt x="1237250" y="7319149"/>
                  <a:pt x="1064722" y="7345028"/>
                </a:cubicBezTo>
                <a:cubicBezTo>
                  <a:pt x="892194" y="7370907"/>
                  <a:pt x="176201" y="8488027"/>
                  <a:pt x="38178" y="7353654"/>
                </a:cubicBezTo>
                <a:cubicBezTo>
                  <a:pt x="-99845" y="6219281"/>
                  <a:pt x="176201" y="1688975"/>
                  <a:pt x="236586" y="538786"/>
                </a:cubicBezTo>
                <a:cubicBezTo>
                  <a:pt x="296971" y="-611403"/>
                  <a:pt x="229397" y="438144"/>
                  <a:pt x="391861" y="435269"/>
                </a:cubicBezTo>
                <a:close/>
              </a:path>
            </a:pathLst>
          </a:custGeom>
          <a:solidFill>
            <a:srgbClr val="27AAE1"/>
          </a:solidFill>
          <a:ln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9CD2259-E426-D8F0-4418-276974940096}"/>
              </a:ext>
            </a:extLst>
          </p:cNvPr>
          <p:cNvSpPr txBox="1"/>
          <p:nvPr/>
        </p:nvSpPr>
        <p:spPr>
          <a:xfrm>
            <a:off x="3883342" y="0"/>
            <a:ext cx="442531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dirty="0" err="1">
                <a:latin typeface="Copperplate Gothic Light" panose="020E0507020206020404" pitchFamily="34" charset="0"/>
              </a:rPr>
              <a:t>PyCaret</a:t>
            </a:r>
            <a:r>
              <a:rPr lang="pt-BR" sz="5000" dirty="0">
                <a:latin typeface="Copperplate Gothic Light" panose="020E0507020206020404" pitchFamily="34" charset="0"/>
              </a:rPr>
              <a:t> IDE</a:t>
            </a:r>
          </a:p>
        </p:txBody>
      </p:sp>
    </p:spTree>
    <p:extLst>
      <p:ext uri="{BB962C8B-B14F-4D97-AF65-F5344CB8AC3E}">
        <p14:creationId xmlns:p14="http://schemas.microsoft.com/office/powerpoint/2010/main" val="3176845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91CA6-8F0C-40DA-2523-61BFAEA50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D9CF4AC-D99F-035C-6915-205B52B4D33B}"/>
              </a:ext>
            </a:extLst>
          </p:cNvPr>
          <p:cNvSpPr txBox="1"/>
          <p:nvPr/>
        </p:nvSpPr>
        <p:spPr>
          <a:xfrm>
            <a:off x="3702221" y="24853"/>
            <a:ext cx="488197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dirty="0" err="1">
                <a:latin typeface="Copperplate Gothic Light" panose="020E0507020206020404" pitchFamily="34" charset="0"/>
              </a:rPr>
              <a:t>PyCaret</a:t>
            </a:r>
            <a:r>
              <a:rPr lang="pt-BR" sz="5000" dirty="0">
                <a:latin typeface="Copperplate Gothic Light" panose="020E0507020206020404" pitchFamily="34" charset="0"/>
              </a:rPr>
              <a:t> Web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FEFECDE-E8E1-DA1B-1084-48E4A595F0C2}"/>
              </a:ext>
            </a:extLst>
          </p:cNvPr>
          <p:cNvSpPr txBox="1"/>
          <p:nvPr/>
        </p:nvSpPr>
        <p:spPr>
          <a:xfrm>
            <a:off x="3735161" y="1653881"/>
            <a:ext cx="495994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latin typeface="Copperplate Gothic Light" panose="020E0507020206020404" pitchFamily="34" charset="0"/>
              </a:rPr>
              <a:t>A base de dados tem que </a:t>
            </a:r>
          </a:p>
          <a:p>
            <a:r>
              <a:rPr lang="pt-BR" sz="2800" dirty="0">
                <a:latin typeface="Copperplate Gothic Light" panose="020E0507020206020404" pitchFamily="34" charset="0"/>
              </a:rPr>
              <a:t>passar pela engenharia </a:t>
            </a:r>
          </a:p>
          <a:p>
            <a:pPr algn="ctr"/>
            <a:r>
              <a:rPr lang="pt-BR" sz="2800" dirty="0">
                <a:latin typeface="Copperplate Gothic Light" panose="020E0507020206020404" pitchFamily="34" charset="0"/>
              </a:rPr>
              <a:t>de dados antes</a:t>
            </a:r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62BB6166-BDAE-E98D-D764-00D2F8DAFE59}"/>
              </a:ext>
            </a:extLst>
          </p:cNvPr>
          <p:cNvSpPr/>
          <p:nvPr/>
        </p:nvSpPr>
        <p:spPr>
          <a:xfrm>
            <a:off x="7086612" y="-584856"/>
            <a:ext cx="5759621" cy="8063676"/>
          </a:xfrm>
          <a:custGeom>
            <a:avLst/>
            <a:gdLst>
              <a:gd name="csX0" fmla="*/ 211335 w 5759621"/>
              <a:gd name="csY0" fmla="*/ 576230 h 8063676"/>
              <a:gd name="csX1" fmla="*/ 1117109 w 5759621"/>
              <a:gd name="csY1" fmla="*/ 757384 h 8063676"/>
              <a:gd name="csX2" fmla="*/ 2419697 w 5759621"/>
              <a:gd name="csY2" fmla="*/ 835022 h 8063676"/>
              <a:gd name="csX3" fmla="*/ 2290301 w 5759621"/>
              <a:gd name="csY3" fmla="*/ 1145573 h 8063676"/>
              <a:gd name="csX4" fmla="*/ 3549758 w 5759621"/>
              <a:gd name="csY4" fmla="*/ 1102441 h 8063676"/>
              <a:gd name="csX5" fmla="*/ 4507290 w 5759621"/>
              <a:gd name="csY5" fmla="*/ 1231837 h 8063676"/>
              <a:gd name="csX6" fmla="*/ 3644648 w 5759621"/>
              <a:gd name="csY6" fmla="*/ 1921950 h 8063676"/>
              <a:gd name="csX7" fmla="*/ 4205365 w 5759621"/>
              <a:gd name="csY7" fmla="*/ 2284260 h 8063676"/>
              <a:gd name="csX8" fmla="*/ 4101848 w 5759621"/>
              <a:gd name="csY8" fmla="*/ 3198660 h 8063676"/>
              <a:gd name="csX9" fmla="*/ 4481411 w 5759621"/>
              <a:gd name="csY9" fmla="*/ 3750750 h 8063676"/>
              <a:gd name="csX10" fmla="*/ 4084596 w 5759621"/>
              <a:gd name="csY10" fmla="*/ 4423611 h 8063676"/>
              <a:gd name="csX11" fmla="*/ 4326135 w 5759621"/>
              <a:gd name="csY11" fmla="*/ 5036086 h 8063676"/>
              <a:gd name="csX12" fmla="*/ 4257124 w 5759621"/>
              <a:gd name="csY12" fmla="*/ 5683067 h 8063676"/>
              <a:gd name="csX13" fmla="*/ 4559048 w 5759621"/>
              <a:gd name="csY13" fmla="*/ 6217905 h 8063676"/>
              <a:gd name="csX14" fmla="*/ 4067343 w 5759621"/>
              <a:gd name="csY14" fmla="*/ 6718237 h 8063676"/>
              <a:gd name="csX15" fmla="*/ 4748830 w 5759621"/>
              <a:gd name="csY15" fmla="*/ 7089173 h 8063676"/>
              <a:gd name="csX16" fmla="*/ 4352014 w 5759621"/>
              <a:gd name="csY16" fmla="*/ 7399724 h 8063676"/>
              <a:gd name="csX17" fmla="*/ 4559048 w 5759621"/>
              <a:gd name="csY17" fmla="*/ 7537747 h 8063676"/>
              <a:gd name="csX18" fmla="*/ 5395811 w 5759621"/>
              <a:gd name="csY18" fmla="*/ 7537747 h 8063676"/>
              <a:gd name="csX19" fmla="*/ 5326799 w 5759621"/>
              <a:gd name="csY19" fmla="*/ 507218 h 8063676"/>
              <a:gd name="csX20" fmla="*/ 211335 w 5759621"/>
              <a:gd name="csY20" fmla="*/ 576230 h 80636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59621" h="8063676">
                <a:moveTo>
                  <a:pt x="211335" y="576230"/>
                </a:moveTo>
                <a:cubicBezTo>
                  <a:pt x="-490280" y="617924"/>
                  <a:pt x="749049" y="714252"/>
                  <a:pt x="1117109" y="757384"/>
                </a:cubicBezTo>
                <a:cubicBezTo>
                  <a:pt x="1485169" y="800516"/>
                  <a:pt x="2224165" y="770324"/>
                  <a:pt x="2419697" y="835022"/>
                </a:cubicBezTo>
                <a:cubicBezTo>
                  <a:pt x="2615229" y="899720"/>
                  <a:pt x="2101958" y="1101003"/>
                  <a:pt x="2290301" y="1145573"/>
                </a:cubicBezTo>
                <a:cubicBezTo>
                  <a:pt x="2478644" y="1190143"/>
                  <a:pt x="3180260" y="1088064"/>
                  <a:pt x="3549758" y="1102441"/>
                </a:cubicBezTo>
                <a:cubicBezTo>
                  <a:pt x="3919256" y="1116818"/>
                  <a:pt x="4491475" y="1095252"/>
                  <a:pt x="4507290" y="1231837"/>
                </a:cubicBezTo>
                <a:cubicBezTo>
                  <a:pt x="4523105" y="1368422"/>
                  <a:pt x="3694969" y="1746546"/>
                  <a:pt x="3644648" y="1921950"/>
                </a:cubicBezTo>
                <a:cubicBezTo>
                  <a:pt x="3594327" y="2097354"/>
                  <a:pt x="4129165" y="2071475"/>
                  <a:pt x="4205365" y="2284260"/>
                </a:cubicBezTo>
                <a:cubicBezTo>
                  <a:pt x="4281565" y="2497045"/>
                  <a:pt x="4055840" y="2954245"/>
                  <a:pt x="4101848" y="3198660"/>
                </a:cubicBezTo>
                <a:cubicBezTo>
                  <a:pt x="4147856" y="3443075"/>
                  <a:pt x="4484286" y="3546592"/>
                  <a:pt x="4481411" y="3750750"/>
                </a:cubicBezTo>
                <a:cubicBezTo>
                  <a:pt x="4478536" y="3954908"/>
                  <a:pt x="4110475" y="4209388"/>
                  <a:pt x="4084596" y="4423611"/>
                </a:cubicBezTo>
                <a:cubicBezTo>
                  <a:pt x="4058717" y="4637834"/>
                  <a:pt x="4297380" y="4826177"/>
                  <a:pt x="4326135" y="5036086"/>
                </a:cubicBezTo>
                <a:cubicBezTo>
                  <a:pt x="4354890" y="5245995"/>
                  <a:pt x="4218305" y="5486097"/>
                  <a:pt x="4257124" y="5683067"/>
                </a:cubicBezTo>
                <a:cubicBezTo>
                  <a:pt x="4295943" y="5880037"/>
                  <a:pt x="4590678" y="6045377"/>
                  <a:pt x="4559048" y="6217905"/>
                </a:cubicBezTo>
                <a:cubicBezTo>
                  <a:pt x="4527418" y="6390433"/>
                  <a:pt x="4035713" y="6573026"/>
                  <a:pt x="4067343" y="6718237"/>
                </a:cubicBezTo>
                <a:cubicBezTo>
                  <a:pt x="4098973" y="6863448"/>
                  <a:pt x="4701385" y="6975592"/>
                  <a:pt x="4748830" y="7089173"/>
                </a:cubicBezTo>
                <a:cubicBezTo>
                  <a:pt x="4796275" y="7202754"/>
                  <a:pt x="4383644" y="7324962"/>
                  <a:pt x="4352014" y="7399724"/>
                </a:cubicBezTo>
                <a:cubicBezTo>
                  <a:pt x="4320384" y="7474486"/>
                  <a:pt x="4385082" y="7514743"/>
                  <a:pt x="4559048" y="7537747"/>
                </a:cubicBezTo>
                <a:cubicBezTo>
                  <a:pt x="4733014" y="7560751"/>
                  <a:pt x="5267853" y="8709502"/>
                  <a:pt x="5395811" y="7537747"/>
                </a:cubicBezTo>
                <a:cubicBezTo>
                  <a:pt x="5523769" y="6365992"/>
                  <a:pt x="6185127" y="1667471"/>
                  <a:pt x="5326799" y="507218"/>
                </a:cubicBezTo>
                <a:cubicBezTo>
                  <a:pt x="4468471" y="-653035"/>
                  <a:pt x="912950" y="534536"/>
                  <a:pt x="211335" y="576230"/>
                </a:cubicBezTo>
                <a:close/>
              </a:path>
            </a:pathLst>
          </a:custGeom>
          <a:solidFill>
            <a:srgbClr val="27AAE1"/>
          </a:solidFill>
          <a:ln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AB9CBBE-AC11-BFD6-376F-219014CD3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692" y="3819124"/>
            <a:ext cx="8950616" cy="1659856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318DC46F-E8BA-E23A-AD7C-181635E499D8}"/>
              </a:ext>
            </a:extLst>
          </p:cNvPr>
          <p:cNvSpPr/>
          <p:nvPr/>
        </p:nvSpPr>
        <p:spPr>
          <a:xfrm>
            <a:off x="3757181" y="1653880"/>
            <a:ext cx="4772059" cy="1384995"/>
          </a:xfrm>
          <a:prstGeom prst="rect">
            <a:avLst/>
          </a:prstGeom>
          <a:noFill/>
          <a:ln w="28575"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4FADA78-D144-DCF5-A2C7-F44073F1E045}"/>
              </a:ext>
            </a:extLst>
          </p:cNvPr>
          <p:cNvSpPr/>
          <p:nvPr/>
        </p:nvSpPr>
        <p:spPr>
          <a:xfrm>
            <a:off x="1620692" y="3806129"/>
            <a:ext cx="8950616" cy="1672851"/>
          </a:xfrm>
          <a:prstGeom prst="rect">
            <a:avLst/>
          </a:prstGeom>
          <a:noFill/>
          <a:ln w="28575"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7635257"/>
      </p:ext>
    </p:extLst>
  </p:cSld>
  <p:clrMapOvr>
    <a:masterClrMapping/>
  </p:clrMapOvr>
  <p:transition spd="slow"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4BDF7-72B0-5C56-469B-9C2F94612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904101B-B33A-FA31-A9DE-3BCC5AD15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81" y="2456876"/>
            <a:ext cx="10768819" cy="1944247"/>
          </a:xfrm>
          <a:prstGeom prst="rect">
            <a:avLst/>
          </a:prstGeom>
        </p:spPr>
      </p:pic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2B42347A-5631-3E9D-BB46-9C483BF37E3E}"/>
              </a:ext>
            </a:extLst>
          </p:cNvPr>
          <p:cNvSpPr/>
          <p:nvPr/>
        </p:nvSpPr>
        <p:spPr>
          <a:xfrm>
            <a:off x="7086612" y="-584856"/>
            <a:ext cx="5759621" cy="8063676"/>
          </a:xfrm>
          <a:custGeom>
            <a:avLst/>
            <a:gdLst>
              <a:gd name="csX0" fmla="*/ 211335 w 5759621"/>
              <a:gd name="csY0" fmla="*/ 576230 h 8063676"/>
              <a:gd name="csX1" fmla="*/ 1117109 w 5759621"/>
              <a:gd name="csY1" fmla="*/ 757384 h 8063676"/>
              <a:gd name="csX2" fmla="*/ 2419697 w 5759621"/>
              <a:gd name="csY2" fmla="*/ 835022 h 8063676"/>
              <a:gd name="csX3" fmla="*/ 2290301 w 5759621"/>
              <a:gd name="csY3" fmla="*/ 1145573 h 8063676"/>
              <a:gd name="csX4" fmla="*/ 3549758 w 5759621"/>
              <a:gd name="csY4" fmla="*/ 1102441 h 8063676"/>
              <a:gd name="csX5" fmla="*/ 4507290 w 5759621"/>
              <a:gd name="csY5" fmla="*/ 1231837 h 8063676"/>
              <a:gd name="csX6" fmla="*/ 3644648 w 5759621"/>
              <a:gd name="csY6" fmla="*/ 1921950 h 8063676"/>
              <a:gd name="csX7" fmla="*/ 4205365 w 5759621"/>
              <a:gd name="csY7" fmla="*/ 2284260 h 8063676"/>
              <a:gd name="csX8" fmla="*/ 4101848 w 5759621"/>
              <a:gd name="csY8" fmla="*/ 3198660 h 8063676"/>
              <a:gd name="csX9" fmla="*/ 4481411 w 5759621"/>
              <a:gd name="csY9" fmla="*/ 3750750 h 8063676"/>
              <a:gd name="csX10" fmla="*/ 4084596 w 5759621"/>
              <a:gd name="csY10" fmla="*/ 4423611 h 8063676"/>
              <a:gd name="csX11" fmla="*/ 4326135 w 5759621"/>
              <a:gd name="csY11" fmla="*/ 5036086 h 8063676"/>
              <a:gd name="csX12" fmla="*/ 4257124 w 5759621"/>
              <a:gd name="csY12" fmla="*/ 5683067 h 8063676"/>
              <a:gd name="csX13" fmla="*/ 4559048 w 5759621"/>
              <a:gd name="csY13" fmla="*/ 6217905 h 8063676"/>
              <a:gd name="csX14" fmla="*/ 4067343 w 5759621"/>
              <a:gd name="csY14" fmla="*/ 6718237 h 8063676"/>
              <a:gd name="csX15" fmla="*/ 4748830 w 5759621"/>
              <a:gd name="csY15" fmla="*/ 7089173 h 8063676"/>
              <a:gd name="csX16" fmla="*/ 4352014 w 5759621"/>
              <a:gd name="csY16" fmla="*/ 7399724 h 8063676"/>
              <a:gd name="csX17" fmla="*/ 4559048 w 5759621"/>
              <a:gd name="csY17" fmla="*/ 7537747 h 8063676"/>
              <a:gd name="csX18" fmla="*/ 5395811 w 5759621"/>
              <a:gd name="csY18" fmla="*/ 7537747 h 8063676"/>
              <a:gd name="csX19" fmla="*/ 5326799 w 5759621"/>
              <a:gd name="csY19" fmla="*/ 507218 h 8063676"/>
              <a:gd name="csX20" fmla="*/ 211335 w 5759621"/>
              <a:gd name="csY20" fmla="*/ 576230 h 80636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59621" h="8063676">
                <a:moveTo>
                  <a:pt x="211335" y="576230"/>
                </a:moveTo>
                <a:cubicBezTo>
                  <a:pt x="-490280" y="617924"/>
                  <a:pt x="749049" y="714252"/>
                  <a:pt x="1117109" y="757384"/>
                </a:cubicBezTo>
                <a:cubicBezTo>
                  <a:pt x="1485169" y="800516"/>
                  <a:pt x="2224165" y="770324"/>
                  <a:pt x="2419697" y="835022"/>
                </a:cubicBezTo>
                <a:cubicBezTo>
                  <a:pt x="2615229" y="899720"/>
                  <a:pt x="2101958" y="1101003"/>
                  <a:pt x="2290301" y="1145573"/>
                </a:cubicBezTo>
                <a:cubicBezTo>
                  <a:pt x="2478644" y="1190143"/>
                  <a:pt x="3180260" y="1088064"/>
                  <a:pt x="3549758" y="1102441"/>
                </a:cubicBezTo>
                <a:cubicBezTo>
                  <a:pt x="3919256" y="1116818"/>
                  <a:pt x="4491475" y="1095252"/>
                  <a:pt x="4507290" y="1231837"/>
                </a:cubicBezTo>
                <a:cubicBezTo>
                  <a:pt x="4523105" y="1368422"/>
                  <a:pt x="3694969" y="1746546"/>
                  <a:pt x="3644648" y="1921950"/>
                </a:cubicBezTo>
                <a:cubicBezTo>
                  <a:pt x="3594327" y="2097354"/>
                  <a:pt x="4129165" y="2071475"/>
                  <a:pt x="4205365" y="2284260"/>
                </a:cubicBezTo>
                <a:cubicBezTo>
                  <a:pt x="4281565" y="2497045"/>
                  <a:pt x="4055840" y="2954245"/>
                  <a:pt x="4101848" y="3198660"/>
                </a:cubicBezTo>
                <a:cubicBezTo>
                  <a:pt x="4147856" y="3443075"/>
                  <a:pt x="4484286" y="3546592"/>
                  <a:pt x="4481411" y="3750750"/>
                </a:cubicBezTo>
                <a:cubicBezTo>
                  <a:pt x="4478536" y="3954908"/>
                  <a:pt x="4110475" y="4209388"/>
                  <a:pt x="4084596" y="4423611"/>
                </a:cubicBezTo>
                <a:cubicBezTo>
                  <a:pt x="4058717" y="4637834"/>
                  <a:pt x="4297380" y="4826177"/>
                  <a:pt x="4326135" y="5036086"/>
                </a:cubicBezTo>
                <a:cubicBezTo>
                  <a:pt x="4354890" y="5245995"/>
                  <a:pt x="4218305" y="5486097"/>
                  <a:pt x="4257124" y="5683067"/>
                </a:cubicBezTo>
                <a:cubicBezTo>
                  <a:pt x="4295943" y="5880037"/>
                  <a:pt x="4590678" y="6045377"/>
                  <a:pt x="4559048" y="6217905"/>
                </a:cubicBezTo>
                <a:cubicBezTo>
                  <a:pt x="4527418" y="6390433"/>
                  <a:pt x="4035713" y="6573026"/>
                  <a:pt x="4067343" y="6718237"/>
                </a:cubicBezTo>
                <a:cubicBezTo>
                  <a:pt x="4098973" y="6863448"/>
                  <a:pt x="4701385" y="6975592"/>
                  <a:pt x="4748830" y="7089173"/>
                </a:cubicBezTo>
                <a:cubicBezTo>
                  <a:pt x="4796275" y="7202754"/>
                  <a:pt x="4383644" y="7324962"/>
                  <a:pt x="4352014" y="7399724"/>
                </a:cubicBezTo>
                <a:cubicBezTo>
                  <a:pt x="4320384" y="7474486"/>
                  <a:pt x="4385082" y="7514743"/>
                  <a:pt x="4559048" y="7537747"/>
                </a:cubicBezTo>
                <a:cubicBezTo>
                  <a:pt x="4733014" y="7560751"/>
                  <a:pt x="5267853" y="8709502"/>
                  <a:pt x="5395811" y="7537747"/>
                </a:cubicBezTo>
                <a:cubicBezTo>
                  <a:pt x="5523769" y="6365992"/>
                  <a:pt x="6185127" y="1667471"/>
                  <a:pt x="5326799" y="507218"/>
                </a:cubicBezTo>
                <a:cubicBezTo>
                  <a:pt x="4468471" y="-653035"/>
                  <a:pt x="912950" y="534536"/>
                  <a:pt x="211335" y="576230"/>
                </a:cubicBezTo>
                <a:close/>
              </a:path>
            </a:pathLst>
          </a:custGeom>
          <a:solidFill>
            <a:srgbClr val="27AAE1"/>
          </a:solidFill>
          <a:ln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4ECD722-E942-1CB1-CA22-70EF1AD611BC}"/>
              </a:ext>
            </a:extLst>
          </p:cNvPr>
          <p:cNvSpPr txBox="1"/>
          <p:nvPr/>
        </p:nvSpPr>
        <p:spPr>
          <a:xfrm>
            <a:off x="3702221" y="24853"/>
            <a:ext cx="488197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dirty="0" err="1">
                <a:latin typeface="Copperplate Gothic Light" panose="020E0507020206020404" pitchFamily="34" charset="0"/>
              </a:rPr>
              <a:t>PyCaret</a:t>
            </a:r>
            <a:r>
              <a:rPr lang="pt-BR" sz="5000" dirty="0">
                <a:latin typeface="Copperplate Gothic Light" panose="020E0507020206020404" pitchFamily="34" charset="0"/>
              </a:rPr>
              <a:t> Web</a:t>
            </a:r>
          </a:p>
        </p:txBody>
      </p:sp>
    </p:spTree>
    <p:extLst>
      <p:ext uri="{BB962C8B-B14F-4D97-AF65-F5344CB8AC3E}">
        <p14:creationId xmlns:p14="http://schemas.microsoft.com/office/powerpoint/2010/main" val="399533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3CC01-96F6-42D8-42EB-28D30AA62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FD27646D-7FD8-9B50-BE0B-D300516F1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37" y="900804"/>
            <a:ext cx="10563225" cy="5783817"/>
          </a:xfrm>
          <a:prstGeom prst="rect">
            <a:avLst/>
          </a:prstGeom>
        </p:spPr>
      </p:pic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00850203-AC4F-24DE-91F8-277388741F6B}"/>
              </a:ext>
            </a:extLst>
          </p:cNvPr>
          <p:cNvSpPr/>
          <p:nvPr/>
        </p:nvSpPr>
        <p:spPr>
          <a:xfrm>
            <a:off x="7086612" y="-584856"/>
            <a:ext cx="5759621" cy="8063676"/>
          </a:xfrm>
          <a:custGeom>
            <a:avLst/>
            <a:gdLst>
              <a:gd name="csX0" fmla="*/ 211335 w 5759621"/>
              <a:gd name="csY0" fmla="*/ 576230 h 8063676"/>
              <a:gd name="csX1" fmla="*/ 1117109 w 5759621"/>
              <a:gd name="csY1" fmla="*/ 757384 h 8063676"/>
              <a:gd name="csX2" fmla="*/ 2419697 w 5759621"/>
              <a:gd name="csY2" fmla="*/ 835022 h 8063676"/>
              <a:gd name="csX3" fmla="*/ 2290301 w 5759621"/>
              <a:gd name="csY3" fmla="*/ 1145573 h 8063676"/>
              <a:gd name="csX4" fmla="*/ 3549758 w 5759621"/>
              <a:gd name="csY4" fmla="*/ 1102441 h 8063676"/>
              <a:gd name="csX5" fmla="*/ 4507290 w 5759621"/>
              <a:gd name="csY5" fmla="*/ 1231837 h 8063676"/>
              <a:gd name="csX6" fmla="*/ 3644648 w 5759621"/>
              <a:gd name="csY6" fmla="*/ 1921950 h 8063676"/>
              <a:gd name="csX7" fmla="*/ 4205365 w 5759621"/>
              <a:gd name="csY7" fmla="*/ 2284260 h 8063676"/>
              <a:gd name="csX8" fmla="*/ 4101848 w 5759621"/>
              <a:gd name="csY8" fmla="*/ 3198660 h 8063676"/>
              <a:gd name="csX9" fmla="*/ 4481411 w 5759621"/>
              <a:gd name="csY9" fmla="*/ 3750750 h 8063676"/>
              <a:gd name="csX10" fmla="*/ 4084596 w 5759621"/>
              <a:gd name="csY10" fmla="*/ 4423611 h 8063676"/>
              <a:gd name="csX11" fmla="*/ 4326135 w 5759621"/>
              <a:gd name="csY11" fmla="*/ 5036086 h 8063676"/>
              <a:gd name="csX12" fmla="*/ 4257124 w 5759621"/>
              <a:gd name="csY12" fmla="*/ 5683067 h 8063676"/>
              <a:gd name="csX13" fmla="*/ 4559048 w 5759621"/>
              <a:gd name="csY13" fmla="*/ 6217905 h 8063676"/>
              <a:gd name="csX14" fmla="*/ 4067343 w 5759621"/>
              <a:gd name="csY14" fmla="*/ 6718237 h 8063676"/>
              <a:gd name="csX15" fmla="*/ 4748830 w 5759621"/>
              <a:gd name="csY15" fmla="*/ 7089173 h 8063676"/>
              <a:gd name="csX16" fmla="*/ 4352014 w 5759621"/>
              <a:gd name="csY16" fmla="*/ 7399724 h 8063676"/>
              <a:gd name="csX17" fmla="*/ 4559048 w 5759621"/>
              <a:gd name="csY17" fmla="*/ 7537747 h 8063676"/>
              <a:gd name="csX18" fmla="*/ 5395811 w 5759621"/>
              <a:gd name="csY18" fmla="*/ 7537747 h 8063676"/>
              <a:gd name="csX19" fmla="*/ 5326799 w 5759621"/>
              <a:gd name="csY19" fmla="*/ 507218 h 8063676"/>
              <a:gd name="csX20" fmla="*/ 211335 w 5759621"/>
              <a:gd name="csY20" fmla="*/ 576230 h 80636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59621" h="8063676">
                <a:moveTo>
                  <a:pt x="211335" y="576230"/>
                </a:moveTo>
                <a:cubicBezTo>
                  <a:pt x="-490280" y="617924"/>
                  <a:pt x="749049" y="714252"/>
                  <a:pt x="1117109" y="757384"/>
                </a:cubicBezTo>
                <a:cubicBezTo>
                  <a:pt x="1485169" y="800516"/>
                  <a:pt x="2224165" y="770324"/>
                  <a:pt x="2419697" y="835022"/>
                </a:cubicBezTo>
                <a:cubicBezTo>
                  <a:pt x="2615229" y="899720"/>
                  <a:pt x="2101958" y="1101003"/>
                  <a:pt x="2290301" y="1145573"/>
                </a:cubicBezTo>
                <a:cubicBezTo>
                  <a:pt x="2478644" y="1190143"/>
                  <a:pt x="3180260" y="1088064"/>
                  <a:pt x="3549758" y="1102441"/>
                </a:cubicBezTo>
                <a:cubicBezTo>
                  <a:pt x="3919256" y="1116818"/>
                  <a:pt x="4491475" y="1095252"/>
                  <a:pt x="4507290" y="1231837"/>
                </a:cubicBezTo>
                <a:cubicBezTo>
                  <a:pt x="4523105" y="1368422"/>
                  <a:pt x="3694969" y="1746546"/>
                  <a:pt x="3644648" y="1921950"/>
                </a:cubicBezTo>
                <a:cubicBezTo>
                  <a:pt x="3594327" y="2097354"/>
                  <a:pt x="4129165" y="2071475"/>
                  <a:pt x="4205365" y="2284260"/>
                </a:cubicBezTo>
                <a:cubicBezTo>
                  <a:pt x="4281565" y="2497045"/>
                  <a:pt x="4055840" y="2954245"/>
                  <a:pt x="4101848" y="3198660"/>
                </a:cubicBezTo>
                <a:cubicBezTo>
                  <a:pt x="4147856" y="3443075"/>
                  <a:pt x="4484286" y="3546592"/>
                  <a:pt x="4481411" y="3750750"/>
                </a:cubicBezTo>
                <a:cubicBezTo>
                  <a:pt x="4478536" y="3954908"/>
                  <a:pt x="4110475" y="4209388"/>
                  <a:pt x="4084596" y="4423611"/>
                </a:cubicBezTo>
                <a:cubicBezTo>
                  <a:pt x="4058717" y="4637834"/>
                  <a:pt x="4297380" y="4826177"/>
                  <a:pt x="4326135" y="5036086"/>
                </a:cubicBezTo>
                <a:cubicBezTo>
                  <a:pt x="4354890" y="5245995"/>
                  <a:pt x="4218305" y="5486097"/>
                  <a:pt x="4257124" y="5683067"/>
                </a:cubicBezTo>
                <a:cubicBezTo>
                  <a:pt x="4295943" y="5880037"/>
                  <a:pt x="4590678" y="6045377"/>
                  <a:pt x="4559048" y="6217905"/>
                </a:cubicBezTo>
                <a:cubicBezTo>
                  <a:pt x="4527418" y="6390433"/>
                  <a:pt x="4035713" y="6573026"/>
                  <a:pt x="4067343" y="6718237"/>
                </a:cubicBezTo>
                <a:cubicBezTo>
                  <a:pt x="4098973" y="6863448"/>
                  <a:pt x="4701385" y="6975592"/>
                  <a:pt x="4748830" y="7089173"/>
                </a:cubicBezTo>
                <a:cubicBezTo>
                  <a:pt x="4796275" y="7202754"/>
                  <a:pt x="4383644" y="7324962"/>
                  <a:pt x="4352014" y="7399724"/>
                </a:cubicBezTo>
                <a:cubicBezTo>
                  <a:pt x="4320384" y="7474486"/>
                  <a:pt x="4385082" y="7514743"/>
                  <a:pt x="4559048" y="7537747"/>
                </a:cubicBezTo>
                <a:cubicBezTo>
                  <a:pt x="4733014" y="7560751"/>
                  <a:pt x="5267853" y="8709502"/>
                  <a:pt x="5395811" y="7537747"/>
                </a:cubicBezTo>
                <a:cubicBezTo>
                  <a:pt x="5523769" y="6365992"/>
                  <a:pt x="6185127" y="1667471"/>
                  <a:pt x="5326799" y="507218"/>
                </a:cubicBezTo>
                <a:cubicBezTo>
                  <a:pt x="4468471" y="-653035"/>
                  <a:pt x="912950" y="534536"/>
                  <a:pt x="211335" y="576230"/>
                </a:cubicBezTo>
                <a:close/>
              </a:path>
            </a:pathLst>
          </a:custGeom>
          <a:solidFill>
            <a:srgbClr val="27AAE1"/>
          </a:solidFill>
          <a:ln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957C5D5-39D0-6EFA-3C4B-1B9CDCC803E1}"/>
              </a:ext>
            </a:extLst>
          </p:cNvPr>
          <p:cNvSpPr txBox="1"/>
          <p:nvPr/>
        </p:nvSpPr>
        <p:spPr>
          <a:xfrm>
            <a:off x="3702221" y="24853"/>
            <a:ext cx="488197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dirty="0" err="1">
                <a:latin typeface="Copperplate Gothic Light" panose="020E0507020206020404" pitchFamily="34" charset="0"/>
              </a:rPr>
              <a:t>PyCaret</a:t>
            </a:r>
            <a:r>
              <a:rPr lang="pt-BR" sz="5000" dirty="0">
                <a:latin typeface="Copperplate Gothic Light" panose="020E0507020206020404" pitchFamily="34" charset="0"/>
              </a:rPr>
              <a:t> Web</a:t>
            </a:r>
          </a:p>
        </p:txBody>
      </p:sp>
    </p:spTree>
    <p:extLst>
      <p:ext uri="{BB962C8B-B14F-4D97-AF65-F5344CB8AC3E}">
        <p14:creationId xmlns:p14="http://schemas.microsoft.com/office/powerpoint/2010/main" val="3973097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555D6-5B5D-3DCF-D3DC-C5A44A2D7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831FDE4-C8C3-59C9-7A76-6F203AA286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89" b="7778"/>
          <a:stretch>
            <a:fillRect/>
          </a:stretch>
        </p:blipFill>
        <p:spPr>
          <a:xfrm>
            <a:off x="301543" y="1028700"/>
            <a:ext cx="10426864" cy="5651668"/>
          </a:xfrm>
          <a:prstGeom prst="rect">
            <a:avLst/>
          </a:prstGeom>
        </p:spPr>
      </p:pic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41F983FD-09E5-D33E-8947-5AB0B32E8857}"/>
              </a:ext>
            </a:extLst>
          </p:cNvPr>
          <p:cNvSpPr/>
          <p:nvPr/>
        </p:nvSpPr>
        <p:spPr>
          <a:xfrm>
            <a:off x="7086612" y="-584856"/>
            <a:ext cx="5759621" cy="8063676"/>
          </a:xfrm>
          <a:custGeom>
            <a:avLst/>
            <a:gdLst>
              <a:gd name="csX0" fmla="*/ 211335 w 5759621"/>
              <a:gd name="csY0" fmla="*/ 576230 h 8063676"/>
              <a:gd name="csX1" fmla="*/ 1117109 w 5759621"/>
              <a:gd name="csY1" fmla="*/ 757384 h 8063676"/>
              <a:gd name="csX2" fmla="*/ 2419697 w 5759621"/>
              <a:gd name="csY2" fmla="*/ 835022 h 8063676"/>
              <a:gd name="csX3" fmla="*/ 2290301 w 5759621"/>
              <a:gd name="csY3" fmla="*/ 1145573 h 8063676"/>
              <a:gd name="csX4" fmla="*/ 3549758 w 5759621"/>
              <a:gd name="csY4" fmla="*/ 1102441 h 8063676"/>
              <a:gd name="csX5" fmla="*/ 4507290 w 5759621"/>
              <a:gd name="csY5" fmla="*/ 1231837 h 8063676"/>
              <a:gd name="csX6" fmla="*/ 3644648 w 5759621"/>
              <a:gd name="csY6" fmla="*/ 1921950 h 8063676"/>
              <a:gd name="csX7" fmla="*/ 4205365 w 5759621"/>
              <a:gd name="csY7" fmla="*/ 2284260 h 8063676"/>
              <a:gd name="csX8" fmla="*/ 4101848 w 5759621"/>
              <a:gd name="csY8" fmla="*/ 3198660 h 8063676"/>
              <a:gd name="csX9" fmla="*/ 4481411 w 5759621"/>
              <a:gd name="csY9" fmla="*/ 3750750 h 8063676"/>
              <a:gd name="csX10" fmla="*/ 4084596 w 5759621"/>
              <a:gd name="csY10" fmla="*/ 4423611 h 8063676"/>
              <a:gd name="csX11" fmla="*/ 4326135 w 5759621"/>
              <a:gd name="csY11" fmla="*/ 5036086 h 8063676"/>
              <a:gd name="csX12" fmla="*/ 4257124 w 5759621"/>
              <a:gd name="csY12" fmla="*/ 5683067 h 8063676"/>
              <a:gd name="csX13" fmla="*/ 4559048 w 5759621"/>
              <a:gd name="csY13" fmla="*/ 6217905 h 8063676"/>
              <a:gd name="csX14" fmla="*/ 4067343 w 5759621"/>
              <a:gd name="csY14" fmla="*/ 6718237 h 8063676"/>
              <a:gd name="csX15" fmla="*/ 4748830 w 5759621"/>
              <a:gd name="csY15" fmla="*/ 7089173 h 8063676"/>
              <a:gd name="csX16" fmla="*/ 4352014 w 5759621"/>
              <a:gd name="csY16" fmla="*/ 7399724 h 8063676"/>
              <a:gd name="csX17" fmla="*/ 4559048 w 5759621"/>
              <a:gd name="csY17" fmla="*/ 7537747 h 8063676"/>
              <a:gd name="csX18" fmla="*/ 5395811 w 5759621"/>
              <a:gd name="csY18" fmla="*/ 7537747 h 8063676"/>
              <a:gd name="csX19" fmla="*/ 5326799 w 5759621"/>
              <a:gd name="csY19" fmla="*/ 507218 h 8063676"/>
              <a:gd name="csX20" fmla="*/ 211335 w 5759621"/>
              <a:gd name="csY20" fmla="*/ 576230 h 80636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59621" h="8063676">
                <a:moveTo>
                  <a:pt x="211335" y="576230"/>
                </a:moveTo>
                <a:cubicBezTo>
                  <a:pt x="-490280" y="617924"/>
                  <a:pt x="749049" y="714252"/>
                  <a:pt x="1117109" y="757384"/>
                </a:cubicBezTo>
                <a:cubicBezTo>
                  <a:pt x="1485169" y="800516"/>
                  <a:pt x="2224165" y="770324"/>
                  <a:pt x="2419697" y="835022"/>
                </a:cubicBezTo>
                <a:cubicBezTo>
                  <a:pt x="2615229" y="899720"/>
                  <a:pt x="2101958" y="1101003"/>
                  <a:pt x="2290301" y="1145573"/>
                </a:cubicBezTo>
                <a:cubicBezTo>
                  <a:pt x="2478644" y="1190143"/>
                  <a:pt x="3180260" y="1088064"/>
                  <a:pt x="3549758" y="1102441"/>
                </a:cubicBezTo>
                <a:cubicBezTo>
                  <a:pt x="3919256" y="1116818"/>
                  <a:pt x="4491475" y="1095252"/>
                  <a:pt x="4507290" y="1231837"/>
                </a:cubicBezTo>
                <a:cubicBezTo>
                  <a:pt x="4523105" y="1368422"/>
                  <a:pt x="3694969" y="1746546"/>
                  <a:pt x="3644648" y="1921950"/>
                </a:cubicBezTo>
                <a:cubicBezTo>
                  <a:pt x="3594327" y="2097354"/>
                  <a:pt x="4129165" y="2071475"/>
                  <a:pt x="4205365" y="2284260"/>
                </a:cubicBezTo>
                <a:cubicBezTo>
                  <a:pt x="4281565" y="2497045"/>
                  <a:pt x="4055840" y="2954245"/>
                  <a:pt x="4101848" y="3198660"/>
                </a:cubicBezTo>
                <a:cubicBezTo>
                  <a:pt x="4147856" y="3443075"/>
                  <a:pt x="4484286" y="3546592"/>
                  <a:pt x="4481411" y="3750750"/>
                </a:cubicBezTo>
                <a:cubicBezTo>
                  <a:pt x="4478536" y="3954908"/>
                  <a:pt x="4110475" y="4209388"/>
                  <a:pt x="4084596" y="4423611"/>
                </a:cubicBezTo>
                <a:cubicBezTo>
                  <a:pt x="4058717" y="4637834"/>
                  <a:pt x="4297380" y="4826177"/>
                  <a:pt x="4326135" y="5036086"/>
                </a:cubicBezTo>
                <a:cubicBezTo>
                  <a:pt x="4354890" y="5245995"/>
                  <a:pt x="4218305" y="5486097"/>
                  <a:pt x="4257124" y="5683067"/>
                </a:cubicBezTo>
                <a:cubicBezTo>
                  <a:pt x="4295943" y="5880037"/>
                  <a:pt x="4590678" y="6045377"/>
                  <a:pt x="4559048" y="6217905"/>
                </a:cubicBezTo>
                <a:cubicBezTo>
                  <a:pt x="4527418" y="6390433"/>
                  <a:pt x="4035713" y="6573026"/>
                  <a:pt x="4067343" y="6718237"/>
                </a:cubicBezTo>
                <a:cubicBezTo>
                  <a:pt x="4098973" y="6863448"/>
                  <a:pt x="4701385" y="6975592"/>
                  <a:pt x="4748830" y="7089173"/>
                </a:cubicBezTo>
                <a:cubicBezTo>
                  <a:pt x="4796275" y="7202754"/>
                  <a:pt x="4383644" y="7324962"/>
                  <a:pt x="4352014" y="7399724"/>
                </a:cubicBezTo>
                <a:cubicBezTo>
                  <a:pt x="4320384" y="7474486"/>
                  <a:pt x="4385082" y="7514743"/>
                  <a:pt x="4559048" y="7537747"/>
                </a:cubicBezTo>
                <a:cubicBezTo>
                  <a:pt x="4733014" y="7560751"/>
                  <a:pt x="5267853" y="8709502"/>
                  <a:pt x="5395811" y="7537747"/>
                </a:cubicBezTo>
                <a:cubicBezTo>
                  <a:pt x="5523769" y="6365992"/>
                  <a:pt x="6185127" y="1667471"/>
                  <a:pt x="5326799" y="507218"/>
                </a:cubicBezTo>
                <a:cubicBezTo>
                  <a:pt x="4468471" y="-653035"/>
                  <a:pt x="912950" y="534536"/>
                  <a:pt x="211335" y="576230"/>
                </a:cubicBezTo>
                <a:close/>
              </a:path>
            </a:pathLst>
          </a:custGeom>
          <a:solidFill>
            <a:srgbClr val="27AAE1"/>
          </a:solidFill>
          <a:ln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E777218-690E-ABD1-F203-A28619AE5816}"/>
              </a:ext>
            </a:extLst>
          </p:cNvPr>
          <p:cNvSpPr txBox="1"/>
          <p:nvPr/>
        </p:nvSpPr>
        <p:spPr>
          <a:xfrm>
            <a:off x="3702221" y="24853"/>
            <a:ext cx="488197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dirty="0" err="1">
                <a:latin typeface="Copperplate Gothic Light" panose="020E0507020206020404" pitchFamily="34" charset="0"/>
              </a:rPr>
              <a:t>PyCaret</a:t>
            </a:r>
            <a:r>
              <a:rPr lang="pt-BR" sz="5000" dirty="0">
                <a:latin typeface="Copperplate Gothic Light" panose="020E0507020206020404" pitchFamily="34" charset="0"/>
              </a:rPr>
              <a:t> Web</a:t>
            </a:r>
          </a:p>
        </p:txBody>
      </p:sp>
    </p:spTree>
    <p:extLst>
      <p:ext uri="{BB962C8B-B14F-4D97-AF65-F5344CB8AC3E}">
        <p14:creationId xmlns:p14="http://schemas.microsoft.com/office/powerpoint/2010/main" val="986577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E3810-9ED0-B40D-D346-8B38A6278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F3DFB76-44FC-F7D4-3D89-2371F20DA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014" y="1009650"/>
            <a:ext cx="8733972" cy="5605164"/>
          </a:xfrm>
          <a:prstGeom prst="rect">
            <a:avLst/>
          </a:prstGeom>
        </p:spPr>
      </p:pic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D2D45D40-83C9-0DB5-CF37-9D77B7F82841}"/>
              </a:ext>
            </a:extLst>
          </p:cNvPr>
          <p:cNvSpPr/>
          <p:nvPr/>
        </p:nvSpPr>
        <p:spPr>
          <a:xfrm>
            <a:off x="7086612" y="-584856"/>
            <a:ext cx="5759621" cy="8063676"/>
          </a:xfrm>
          <a:custGeom>
            <a:avLst/>
            <a:gdLst>
              <a:gd name="csX0" fmla="*/ 211335 w 5759621"/>
              <a:gd name="csY0" fmla="*/ 576230 h 8063676"/>
              <a:gd name="csX1" fmla="*/ 1117109 w 5759621"/>
              <a:gd name="csY1" fmla="*/ 757384 h 8063676"/>
              <a:gd name="csX2" fmla="*/ 2419697 w 5759621"/>
              <a:gd name="csY2" fmla="*/ 835022 h 8063676"/>
              <a:gd name="csX3" fmla="*/ 2290301 w 5759621"/>
              <a:gd name="csY3" fmla="*/ 1145573 h 8063676"/>
              <a:gd name="csX4" fmla="*/ 3549758 w 5759621"/>
              <a:gd name="csY4" fmla="*/ 1102441 h 8063676"/>
              <a:gd name="csX5" fmla="*/ 4507290 w 5759621"/>
              <a:gd name="csY5" fmla="*/ 1231837 h 8063676"/>
              <a:gd name="csX6" fmla="*/ 3644648 w 5759621"/>
              <a:gd name="csY6" fmla="*/ 1921950 h 8063676"/>
              <a:gd name="csX7" fmla="*/ 4205365 w 5759621"/>
              <a:gd name="csY7" fmla="*/ 2284260 h 8063676"/>
              <a:gd name="csX8" fmla="*/ 4101848 w 5759621"/>
              <a:gd name="csY8" fmla="*/ 3198660 h 8063676"/>
              <a:gd name="csX9" fmla="*/ 4481411 w 5759621"/>
              <a:gd name="csY9" fmla="*/ 3750750 h 8063676"/>
              <a:gd name="csX10" fmla="*/ 4084596 w 5759621"/>
              <a:gd name="csY10" fmla="*/ 4423611 h 8063676"/>
              <a:gd name="csX11" fmla="*/ 4326135 w 5759621"/>
              <a:gd name="csY11" fmla="*/ 5036086 h 8063676"/>
              <a:gd name="csX12" fmla="*/ 4257124 w 5759621"/>
              <a:gd name="csY12" fmla="*/ 5683067 h 8063676"/>
              <a:gd name="csX13" fmla="*/ 4559048 w 5759621"/>
              <a:gd name="csY13" fmla="*/ 6217905 h 8063676"/>
              <a:gd name="csX14" fmla="*/ 4067343 w 5759621"/>
              <a:gd name="csY14" fmla="*/ 6718237 h 8063676"/>
              <a:gd name="csX15" fmla="*/ 4748830 w 5759621"/>
              <a:gd name="csY15" fmla="*/ 7089173 h 8063676"/>
              <a:gd name="csX16" fmla="*/ 4352014 w 5759621"/>
              <a:gd name="csY16" fmla="*/ 7399724 h 8063676"/>
              <a:gd name="csX17" fmla="*/ 4559048 w 5759621"/>
              <a:gd name="csY17" fmla="*/ 7537747 h 8063676"/>
              <a:gd name="csX18" fmla="*/ 5395811 w 5759621"/>
              <a:gd name="csY18" fmla="*/ 7537747 h 8063676"/>
              <a:gd name="csX19" fmla="*/ 5326799 w 5759621"/>
              <a:gd name="csY19" fmla="*/ 507218 h 8063676"/>
              <a:gd name="csX20" fmla="*/ 211335 w 5759621"/>
              <a:gd name="csY20" fmla="*/ 576230 h 80636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59621" h="8063676">
                <a:moveTo>
                  <a:pt x="211335" y="576230"/>
                </a:moveTo>
                <a:cubicBezTo>
                  <a:pt x="-490280" y="617924"/>
                  <a:pt x="749049" y="714252"/>
                  <a:pt x="1117109" y="757384"/>
                </a:cubicBezTo>
                <a:cubicBezTo>
                  <a:pt x="1485169" y="800516"/>
                  <a:pt x="2224165" y="770324"/>
                  <a:pt x="2419697" y="835022"/>
                </a:cubicBezTo>
                <a:cubicBezTo>
                  <a:pt x="2615229" y="899720"/>
                  <a:pt x="2101958" y="1101003"/>
                  <a:pt x="2290301" y="1145573"/>
                </a:cubicBezTo>
                <a:cubicBezTo>
                  <a:pt x="2478644" y="1190143"/>
                  <a:pt x="3180260" y="1088064"/>
                  <a:pt x="3549758" y="1102441"/>
                </a:cubicBezTo>
                <a:cubicBezTo>
                  <a:pt x="3919256" y="1116818"/>
                  <a:pt x="4491475" y="1095252"/>
                  <a:pt x="4507290" y="1231837"/>
                </a:cubicBezTo>
                <a:cubicBezTo>
                  <a:pt x="4523105" y="1368422"/>
                  <a:pt x="3694969" y="1746546"/>
                  <a:pt x="3644648" y="1921950"/>
                </a:cubicBezTo>
                <a:cubicBezTo>
                  <a:pt x="3594327" y="2097354"/>
                  <a:pt x="4129165" y="2071475"/>
                  <a:pt x="4205365" y="2284260"/>
                </a:cubicBezTo>
                <a:cubicBezTo>
                  <a:pt x="4281565" y="2497045"/>
                  <a:pt x="4055840" y="2954245"/>
                  <a:pt x="4101848" y="3198660"/>
                </a:cubicBezTo>
                <a:cubicBezTo>
                  <a:pt x="4147856" y="3443075"/>
                  <a:pt x="4484286" y="3546592"/>
                  <a:pt x="4481411" y="3750750"/>
                </a:cubicBezTo>
                <a:cubicBezTo>
                  <a:pt x="4478536" y="3954908"/>
                  <a:pt x="4110475" y="4209388"/>
                  <a:pt x="4084596" y="4423611"/>
                </a:cubicBezTo>
                <a:cubicBezTo>
                  <a:pt x="4058717" y="4637834"/>
                  <a:pt x="4297380" y="4826177"/>
                  <a:pt x="4326135" y="5036086"/>
                </a:cubicBezTo>
                <a:cubicBezTo>
                  <a:pt x="4354890" y="5245995"/>
                  <a:pt x="4218305" y="5486097"/>
                  <a:pt x="4257124" y="5683067"/>
                </a:cubicBezTo>
                <a:cubicBezTo>
                  <a:pt x="4295943" y="5880037"/>
                  <a:pt x="4590678" y="6045377"/>
                  <a:pt x="4559048" y="6217905"/>
                </a:cubicBezTo>
                <a:cubicBezTo>
                  <a:pt x="4527418" y="6390433"/>
                  <a:pt x="4035713" y="6573026"/>
                  <a:pt x="4067343" y="6718237"/>
                </a:cubicBezTo>
                <a:cubicBezTo>
                  <a:pt x="4098973" y="6863448"/>
                  <a:pt x="4701385" y="6975592"/>
                  <a:pt x="4748830" y="7089173"/>
                </a:cubicBezTo>
                <a:cubicBezTo>
                  <a:pt x="4796275" y="7202754"/>
                  <a:pt x="4383644" y="7324962"/>
                  <a:pt x="4352014" y="7399724"/>
                </a:cubicBezTo>
                <a:cubicBezTo>
                  <a:pt x="4320384" y="7474486"/>
                  <a:pt x="4385082" y="7514743"/>
                  <a:pt x="4559048" y="7537747"/>
                </a:cubicBezTo>
                <a:cubicBezTo>
                  <a:pt x="4733014" y="7560751"/>
                  <a:pt x="5267853" y="8709502"/>
                  <a:pt x="5395811" y="7537747"/>
                </a:cubicBezTo>
                <a:cubicBezTo>
                  <a:pt x="5523769" y="6365992"/>
                  <a:pt x="6185127" y="1667471"/>
                  <a:pt x="5326799" y="507218"/>
                </a:cubicBezTo>
                <a:cubicBezTo>
                  <a:pt x="4468471" y="-653035"/>
                  <a:pt x="912950" y="534536"/>
                  <a:pt x="211335" y="576230"/>
                </a:cubicBezTo>
                <a:close/>
              </a:path>
            </a:pathLst>
          </a:custGeom>
          <a:solidFill>
            <a:srgbClr val="27AAE1"/>
          </a:solidFill>
          <a:ln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77770B4-BD59-2EF0-181A-2110FA150502}"/>
              </a:ext>
            </a:extLst>
          </p:cNvPr>
          <p:cNvSpPr txBox="1"/>
          <p:nvPr/>
        </p:nvSpPr>
        <p:spPr>
          <a:xfrm>
            <a:off x="3702221" y="24853"/>
            <a:ext cx="488197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dirty="0" err="1">
                <a:latin typeface="Copperplate Gothic Light" panose="020E0507020206020404" pitchFamily="34" charset="0"/>
              </a:rPr>
              <a:t>PyCaret</a:t>
            </a:r>
            <a:r>
              <a:rPr lang="pt-BR" sz="5000" dirty="0">
                <a:latin typeface="Copperplate Gothic Light" panose="020E0507020206020404" pitchFamily="34" charset="0"/>
              </a:rPr>
              <a:t> Web</a:t>
            </a:r>
          </a:p>
        </p:txBody>
      </p:sp>
    </p:spTree>
    <p:extLst>
      <p:ext uri="{BB962C8B-B14F-4D97-AF65-F5344CB8AC3E}">
        <p14:creationId xmlns:p14="http://schemas.microsoft.com/office/powerpoint/2010/main" val="4025392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E9FDE-80C9-71D4-8BAE-653F4FC35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3587CFE-AC8D-90E6-242C-EEFF2EA64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125" y="1218824"/>
            <a:ext cx="8773749" cy="5391902"/>
          </a:xfrm>
          <a:prstGeom prst="rect">
            <a:avLst/>
          </a:prstGeom>
        </p:spPr>
      </p:pic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9B7B4D85-C178-EC42-6F1C-C50EAE9AD7C2}"/>
              </a:ext>
            </a:extLst>
          </p:cNvPr>
          <p:cNvSpPr/>
          <p:nvPr/>
        </p:nvSpPr>
        <p:spPr>
          <a:xfrm>
            <a:off x="7086612" y="-584856"/>
            <a:ext cx="5759621" cy="8063676"/>
          </a:xfrm>
          <a:custGeom>
            <a:avLst/>
            <a:gdLst>
              <a:gd name="csX0" fmla="*/ 211335 w 5759621"/>
              <a:gd name="csY0" fmla="*/ 576230 h 8063676"/>
              <a:gd name="csX1" fmla="*/ 1117109 w 5759621"/>
              <a:gd name="csY1" fmla="*/ 757384 h 8063676"/>
              <a:gd name="csX2" fmla="*/ 2419697 w 5759621"/>
              <a:gd name="csY2" fmla="*/ 835022 h 8063676"/>
              <a:gd name="csX3" fmla="*/ 2290301 w 5759621"/>
              <a:gd name="csY3" fmla="*/ 1145573 h 8063676"/>
              <a:gd name="csX4" fmla="*/ 3549758 w 5759621"/>
              <a:gd name="csY4" fmla="*/ 1102441 h 8063676"/>
              <a:gd name="csX5" fmla="*/ 4507290 w 5759621"/>
              <a:gd name="csY5" fmla="*/ 1231837 h 8063676"/>
              <a:gd name="csX6" fmla="*/ 3644648 w 5759621"/>
              <a:gd name="csY6" fmla="*/ 1921950 h 8063676"/>
              <a:gd name="csX7" fmla="*/ 4205365 w 5759621"/>
              <a:gd name="csY7" fmla="*/ 2284260 h 8063676"/>
              <a:gd name="csX8" fmla="*/ 4101848 w 5759621"/>
              <a:gd name="csY8" fmla="*/ 3198660 h 8063676"/>
              <a:gd name="csX9" fmla="*/ 4481411 w 5759621"/>
              <a:gd name="csY9" fmla="*/ 3750750 h 8063676"/>
              <a:gd name="csX10" fmla="*/ 4084596 w 5759621"/>
              <a:gd name="csY10" fmla="*/ 4423611 h 8063676"/>
              <a:gd name="csX11" fmla="*/ 4326135 w 5759621"/>
              <a:gd name="csY11" fmla="*/ 5036086 h 8063676"/>
              <a:gd name="csX12" fmla="*/ 4257124 w 5759621"/>
              <a:gd name="csY12" fmla="*/ 5683067 h 8063676"/>
              <a:gd name="csX13" fmla="*/ 4559048 w 5759621"/>
              <a:gd name="csY13" fmla="*/ 6217905 h 8063676"/>
              <a:gd name="csX14" fmla="*/ 4067343 w 5759621"/>
              <a:gd name="csY14" fmla="*/ 6718237 h 8063676"/>
              <a:gd name="csX15" fmla="*/ 4748830 w 5759621"/>
              <a:gd name="csY15" fmla="*/ 7089173 h 8063676"/>
              <a:gd name="csX16" fmla="*/ 4352014 w 5759621"/>
              <a:gd name="csY16" fmla="*/ 7399724 h 8063676"/>
              <a:gd name="csX17" fmla="*/ 4559048 w 5759621"/>
              <a:gd name="csY17" fmla="*/ 7537747 h 8063676"/>
              <a:gd name="csX18" fmla="*/ 5395811 w 5759621"/>
              <a:gd name="csY18" fmla="*/ 7537747 h 8063676"/>
              <a:gd name="csX19" fmla="*/ 5326799 w 5759621"/>
              <a:gd name="csY19" fmla="*/ 507218 h 8063676"/>
              <a:gd name="csX20" fmla="*/ 211335 w 5759621"/>
              <a:gd name="csY20" fmla="*/ 576230 h 80636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59621" h="8063676">
                <a:moveTo>
                  <a:pt x="211335" y="576230"/>
                </a:moveTo>
                <a:cubicBezTo>
                  <a:pt x="-490280" y="617924"/>
                  <a:pt x="749049" y="714252"/>
                  <a:pt x="1117109" y="757384"/>
                </a:cubicBezTo>
                <a:cubicBezTo>
                  <a:pt x="1485169" y="800516"/>
                  <a:pt x="2224165" y="770324"/>
                  <a:pt x="2419697" y="835022"/>
                </a:cubicBezTo>
                <a:cubicBezTo>
                  <a:pt x="2615229" y="899720"/>
                  <a:pt x="2101958" y="1101003"/>
                  <a:pt x="2290301" y="1145573"/>
                </a:cubicBezTo>
                <a:cubicBezTo>
                  <a:pt x="2478644" y="1190143"/>
                  <a:pt x="3180260" y="1088064"/>
                  <a:pt x="3549758" y="1102441"/>
                </a:cubicBezTo>
                <a:cubicBezTo>
                  <a:pt x="3919256" y="1116818"/>
                  <a:pt x="4491475" y="1095252"/>
                  <a:pt x="4507290" y="1231837"/>
                </a:cubicBezTo>
                <a:cubicBezTo>
                  <a:pt x="4523105" y="1368422"/>
                  <a:pt x="3694969" y="1746546"/>
                  <a:pt x="3644648" y="1921950"/>
                </a:cubicBezTo>
                <a:cubicBezTo>
                  <a:pt x="3594327" y="2097354"/>
                  <a:pt x="4129165" y="2071475"/>
                  <a:pt x="4205365" y="2284260"/>
                </a:cubicBezTo>
                <a:cubicBezTo>
                  <a:pt x="4281565" y="2497045"/>
                  <a:pt x="4055840" y="2954245"/>
                  <a:pt x="4101848" y="3198660"/>
                </a:cubicBezTo>
                <a:cubicBezTo>
                  <a:pt x="4147856" y="3443075"/>
                  <a:pt x="4484286" y="3546592"/>
                  <a:pt x="4481411" y="3750750"/>
                </a:cubicBezTo>
                <a:cubicBezTo>
                  <a:pt x="4478536" y="3954908"/>
                  <a:pt x="4110475" y="4209388"/>
                  <a:pt x="4084596" y="4423611"/>
                </a:cubicBezTo>
                <a:cubicBezTo>
                  <a:pt x="4058717" y="4637834"/>
                  <a:pt x="4297380" y="4826177"/>
                  <a:pt x="4326135" y="5036086"/>
                </a:cubicBezTo>
                <a:cubicBezTo>
                  <a:pt x="4354890" y="5245995"/>
                  <a:pt x="4218305" y="5486097"/>
                  <a:pt x="4257124" y="5683067"/>
                </a:cubicBezTo>
                <a:cubicBezTo>
                  <a:pt x="4295943" y="5880037"/>
                  <a:pt x="4590678" y="6045377"/>
                  <a:pt x="4559048" y="6217905"/>
                </a:cubicBezTo>
                <a:cubicBezTo>
                  <a:pt x="4527418" y="6390433"/>
                  <a:pt x="4035713" y="6573026"/>
                  <a:pt x="4067343" y="6718237"/>
                </a:cubicBezTo>
                <a:cubicBezTo>
                  <a:pt x="4098973" y="6863448"/>
                  <a:pt x="4701385" y="6975592"/>
                  <a:pt x="4748830" y="7089173"/>
                </a:cubicBezTo>
                <a:cubicBezTo>
                  <a:pt x="4796275" y="7202754"/>
                  <a:pt x="4383644" y="7324962"/>
                  <a:pt x="4352014" y="7399724"/>
                </a:cubicBezTo>
                <a:cubicBezTo>
                  <a:pt x="4320384" y="7474486"/>
                  <a:pt x="4385082" y="7514743"/>
                  <a:pt x="4559048" y="7537747"/>
                </a:cubicBezTo>
                <a:cubicBezTo>
                  <a:pt x="4733014" y="7560751"/>
                  <a:pt x="5267853" y="8709502"/>
                  <a:pt x="5395811" y="7537747"/>
                </a:cubicBezTo>
                <a:cubicBezTo>
                  <a:pt x="5523769" y="6365992"/>
                  <a:pt x="6185127" y="1667471"/>
                  <a:pt x="5326799" y="507218"/>
                </a:cubicBezTo>
                <a:cubicBezTo>
                  <a:pt x="4468471" y="-653035"/>
                  <a:pt x="912950" y="534536"/>
                  <a:pt x="211335" y="576230"/>
                </a:cubicBezTo>
                <a:close/>
              </a:path>
            </a:pathLst>
          </a:custGeom>
          <a:solidFill>
            <a:srgbClr val="27AAE1"/>
          </a:solidFill>
          <a:ln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8D0D111-0468-8C86-D30A-7C5EB82B8901}"/>
              </a:ext>
            </a:extLst>
          </p:cNvPr>
          <p:cNvSpPr txBox="1"/>
          <p:nvPr/>
        </p:nvSpPr>
        <p:spPr>
          <a:xfrm>
            <a:off x="3702221" y="24853"/>
            <a:ext cx="488197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dirty="0" err="1">
                <a:latin typeface="Copperplate Gothic Light" panose="020E0507020206020404" pitchFamily="34" charset="0"/>
              </a:rPr>
              <a:t>PyCaret</a:t>
            </a:r>
            <a:r>
              <a:rPr lang="pt-BR" sz="5000" dirty="0">
                <a:latin typeface="Copperplate Gothic Light" panose="020E0507020206020404" pitchFamily="34" charset="0"/>
              </a:rPr>
              <a:t> Web</a:t>
            </a:r>
          </a:p>
        </p:txBody>
      </p:sp>
    </p:spTree>
    <p:extLst>
      <p:ext uri="{BB962C8B-B14F-4D97-AF65-F5344CB8AC3E}">
        <p14:creationId xmlns:p14="http://schemas.microsoft.com/office/powerpoint/2010/main" val="4229729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348A2-DB1A-1402-56F9-1CF988B1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3312405-7C5E-5DB3-D386-9DD4E5257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810" y="1000125"/>
            <a:ext cx="8588379" cy="5732654"/>
          </a:xfrm>
          <a:prstGeom prst="rect">
            <a:avLst/>
          </a:prstGeom>
        </p:spPr>
      </p:pic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1DE98C6C-E550-78B4-9F09-1E0665D444ED}"/>
              </a:ext>
            </a:extLst>
          </p:cNvPr>
          <p:cNvSpPr/>
          <p:nvPr/>
        </p:nvSpPr>
        <p:spPr>
          <a:xfrm>
            <a:off x="7086612" y="-584856"/>
            <a:ext cx="5759621" cy="8063676"/>
          </a:xfrm>
          <a:custGeom>
            <a:avLst/>
            <a:gdLst>
              <a:gd name="csX0" fmla="*/ 211335 w 5759621"/>
              <a:gd name="csY0" fmla="*/ 576230 h 8063676"/>
              <a:gd name="csX1" fmla="*/ 1117109 w 5759621"/>
              <a:gd name="csY1" fmla="*/ 757384 h 8063676"/>
              <a:gd name="csX2" fmla="*/ 2419697 w 5759621"/>
              <a:gd name="csY2" fmla="*/ 835022 h 8063676"/>
              <a:gd name="csX3" fmla="*/ 2290301 w 5759621"/>
              <a:gd name="csY3" fmla="*/ 1145573 h 8063676"/>
              <a:gd name="csX4" fmla="*/ 3549758 w 5759621"/>
              <a:gd name="csY4" fmla="*/ 1102441 h 8063676"/>
              <a:gd name="csX5" fmla="*/ 4507290 w 5759621"/>
              <a:gd name="csY5" fmla="*/ 1231837 h 8063676"/>
              <a:gd name="csX6" fmla="*/ 3644648 w 5759621"/>
              <a:gd name="csY6" fmla="*/ 1921950 h 8063676"/>
              <a:gd name="csX7" fmla="*/ 4205365 w 5759621"/>
              <a:gd name="csY7" fmla="*/ 2284260 h 8063676"/>
              <a:gd name="csX8" fmla="*/ 4101848 w 5759621"/>
              <a:gd name="csY8" fmla="*/ 3198660 h 8063676"/>
              <a:gd name="csX9" fmla="*/ 4481411 w 5759621"/>
              <a:gd name="csY9" fmla="*/ 3750750 h 8063676"/>
              <a:gd name="csX10" fmla="*/ 4084596 w 5759621"/>
              <a:gd name="csY10" fmla="*/ 4423611 h 8063676"/>
              <a:gd name="csX11" fmla="*/ 4326135 w 5759621"/>
              <a:gd name="csY11" fmla="*/ 5036086 h 8063676"/>
              <a:gd name="csX12" fmla="*/ 4257124 w 5759621"/>
              <a:gd name="csY12" fmla="*/ 5683067 h 8063676"/>
              <a:gd name="csX13" fmla="*/ 4559048 w 5759621"/>
              <a:gd name="csY13" fmla="*/ 6217905 h 8063676"/>
              <a:gd name="csX14" fmla="*/ 4067343 w 5759621"/>
              <a:gd name="csY14" fmla="*/ 6718237 h 8063676"/>
              <a:gd name="csX15" fmla="*/ 4748830 w 5759621"/>
              <a:gd name="csY15" fmla="*/ 7089173 h 8063676"/>
              <a:gd name="csX16" fmla="*/ 4352014 w 5759621"/>
              <a:gd name="csY16" fmla="*/ 7399724 h 8063676"/>
              <a:gd name="csX17" fmla="*/ 4559048 w 5759621"/>
              <a:gd name="csY17" fmla="*/ 7537747 h 8063676"/>
              <a:gd name="csX18" fmla="*/ 5395811 w 5759621"/>
              <a:gd name="csY18" fmla="*/ 7537747 h 8063676"/>
              <a:gd name="csX19" fmla="*/ 5326799 w 5759621"/>
              <a:gd name="csY19" fmla="*/ 507218 h 8063676"/>
              <a:gd name="csX20" fmla="*/ 211335 w 5759621"/>
              <a:gd name="csY20" fmla="*/ 576230 h 80636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59621" h="8063676">
                <a:moveTo>
                  <a:pt x="211335" y="576230"/>
                </a:moveTo>
                <a:cubicBezTo>
                  <a:pt x="-490280" y="617924"/>
                  <a:pt x="749049" y="714252"/>
                  <a:pt x="1117109" y="757384"/>
                </a:cubicBezTo>
                <a:cubicBezTo>
                  <a:pt x="1485169" y="800516"/>
                  <a:pt x="2224165" y="770324"/>
                  <a:pt x="2419697" y="835022"/>
                </a:cubicBezTo>
                <a:cubicBezTo>
                  <a:pt x="2615229" y="899720"/>
                  <a:pt x="2101958" y="1101003"/>
                  <a:pt x="2290301" y="1145573"/>
                </a:cubicBezTo>
                <a:cubicBezTo>
                  <a:pt x="2478644" y="1190143"/>
                  <a:pt x="3180260" y="1088064"/>
                  <a:pt x="3549758" y="1102441"/>
                </a:cubicBezTo>
                <a:cubicBezTo>
                  <a:pt x="3919256" y="1116818"/>
                  <a:pt x="4491475" y="1095252"/>
                  <a:pt x="4507290" y="1231837"/>
                </a:cubicBezTo>
                <a:cubicBezTo>
                  <a:pt x="4523105" y="1368422"/>
                  <a:pt x="3694969" y="1746546"/>
                  <a:pt x="3644648" y="1921950"/>
                </a:cubicBezTo>
                <a:cubicBezTo>
                  <a:pt x="3594327" y="2097354"/>
                  <a:pt x="4129165" y="2071475"/>
                  <a:pt x="4205365" y="2284260"/>
                </a:cubicBezTo>
                <a:cubicBezTo>
                  <a:pt x="4281565" y="2497045"/>
                  <a:pt x="4055840" y="2954245"/>
                  <a:pt x="4101848" y="3198660"/>
                </a:cubicBezTo>
                <a:cubicBezTo>
                  <a:pt x="4147856" y="3443075"/>
                  <a:pt x="4484286" y="3546592"/>
                  <a:pt x="4481411" y="3750750"/>
                </a:cubicBezTo>
                <a:cubicBezTo>
                  <a:pt x="4478536" y="3954908"/>
                  <a:pt x="4110475" y="4209388"/>
                  <a:pt x="4084596" y="4423611"/>
                </a:cubicBezTo>
                <a:cubicBezTo>
                  <a:pt x="4058717" y="4637834"/>
                  <a:pt x="4297380" y="4826177"/>
                  <a:pt x="4326135" y="5036086"/>
                </a:cubicBezTo>
                <a:cubicBezTo>
                  <a:pt x="4354890" y="5245995"/>
                  <a:pt x="4218305" y="5486097"/>
                  <a:pt x="4257124" y="5683067"/>
                </a:cubicBezTo>
                <a:cubicBezTo>
                  <a:pt x="4295943" y="5880037"/>
                  <a:pt x="4590678" y="6045377"/>
                  <a:pt x="4559048" y="6217905"/>
                </a:cubicBezTo>
                <a:cubicBezTo>
                  <a:pt x="4527418" y="6390433"/>
                  <a:pt x="4035713" y="6573026"/>
                  <a:pt x="4067343" y="6718237"/>
                </a:cubicBezTo>
                <a:cubicBezTo>
                  <a:pt x="4098973" y="6863448"/>
                  <a:pt x="4701385" y="6975592"/>
                  <a:pt x="4748830" y="7089173"/>
                </a:cubicBezTo>
                <a:cubicBezTo>
                  <a:pt x="4796275" y="7202754"/>
                  <a:pt x="4383644" y="7324962"/>
                  <a:pt x="4352014" y="7399724"/>
                </a:cubicBezTo>
                <a:cubicBezTo>
                  <a:pt x="4320384" y="7474486"/>
                  <a:pt x="4385082" y="7514743"/>
                  <a:pt x="4559048" y="7537747"/>
                </a:cubicBezTo>
                <a:cubicBezTo>
                  <a:pt x="4733014" y="7560751"/>
                  <a:pt x="5267853" y="8709502"/>
                  <a:pt x="5395811" y="7537747"/>
                </a:cubicBezTo>
                <a:cubicBezTo>
                  <a:pt x="5523769" y="6365992"/>
                  <a:pt x="6185127" y="1667471"/>
                  <a:pt x="5326799" y="507218"/>
                </a:cubicBezTo>
                <a:cubicBezTo>
                  <a:pt x="4468471" y="-653035"/>
                  <a:pt x="912950" y="534536"/>
                  <a:pt x="211335" y="576230"/>
                </a:cubicBezTo>
                <a:close/>
              </a:path>
            </a:pathLst>
          </a:custGeom>
          <a:solidFill>
            <a:srgbClr val="27AAE1"/>
          </a:solidFill>
          <a:ln>
            <a:solidFill>
              <a:srgbClr val="27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52AFA6D-D5E8-0EFB-38E6-1F1F5F6F39F2}"/>
              </a:ext>
            </a:extLst>
          </p:cNvPr>
          <p:cNvSpPr txBox="1"/>
          <p:nvPr/>
        </p:nvSpPr>
        <p:spPr>
          <a:xfrm>
            <a:off x="3702221" y="24853"/>
            <a:ext cx="488197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dirty="0" err="1">
                <a:latin typeface="Copperplate Gothic Light" panose="020E0507020206020404" pitchFamily="34" charset="0"/>
              </a:rPr>
              <a:t>PyCaret</a:t>
            </a:r>
            <a:r>
              <a:rPr lang="pt-BR" sz="5000" dirty="0">
                <a:latin typeface="Copperplate Gothic Light" panose="020E0507020206020404" pitchFamily="34" charset="0"/>
              </a:rPr>
              <a:t> Web</a:t>
            </a:r>
          </a:p>
        </p:txBody>
      </p:sp>
    </p:spTree>
    <p:extLst>
      <p:ext uri="{BB962C8B-B14F-4D97-AF65-F5344CB8AC3E}">
        <p14:creationId xmlns:p14="http://schemas.microsoft.com/office/powerpoint/2010/main" val="228094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45</Words>
  <Application>Microsoft Office PowerPoint</Application>
  <PresentationFormat>Widescreen</PresentationFormat>
  <Paragraphs>25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Copperplate Gothic Light</vt:lpstr>
      <vt:lpstr>Courier New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Bernardo Paz de Freitas</dc:creator>
  <cp:lastModifiedBy>Bernardo Paz de Freitas</cp:lastModifiedBy>
  <cp:revision>4</cp:revision>
  <dcterms:created xsi:type="dcterms:W3CDTF">2026-08-28T22:51:31Z</dcterms:created>
  <dcterms:modified xsi:type="dcterms:W3CDTF">2026-09-01T20:23:33Z</dcterms:modified>
</cp:coreProperties>
</file>